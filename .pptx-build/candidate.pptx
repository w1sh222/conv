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1df40569af4b70" /><Relationship Type="http://schemas.openxmlformats.org/officeDocument/2006/relationships/extended-properties" Target="/docProps/app.xml" Id="R0cac7ee3ed304c7c" /><Relationship Type="http://schemas.openxmlformats.org/officeDocument/2006/relationships/officeDocument" Target="/ppt/presentation.xml" Id="R337ed3fdce3b46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961d8671f9435d"/>
  </p:sldMasterIdLst>
  <p:notesMasterIdLst>
    <p:notesMasterId xmlns:r="http://schemas.openxmlformats.org/officeDocument/2006/relationships" r:id="Rfe7a1c1f301042b9"/>
  </p:notesMasterIdLst>
  <p:sldIdLst>
    <p:sldId xmlns:r="http://schemas.openxmlformats.org/officeDocument/2006/relationships" id="256" r:id="Re3c0c1767fcc452a"/>
  </p:sldIdLst>
  <p:sldSz cx="17716500" cy="8048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d315609e774d12" /><Relationship Type="http://schemas.openxmlformats.org/officeDocument/2006/relationships/slideMaster" Target="/ppt/slideMasters/slideMaster1.xml" Id="R04961d8671f9435d" /><Relationship Type="http://schemas.openxmlformats.org/officeDocument/2006/relationships/notesMaster" Target="/ppt/notesMasters/notesMaster1.xml" Id="Rfe7a1c1f301042b9" /><Relationship Type="http://schemas.openxmlformats.org/officeDocument/2006/relationships/presProps" Target="/ppt/presProps.xml" Id="Rd97c2b7690f140c8" /><Relationship Type="http://schemas.openxmlformats.org/officeDocument/2006/relationships/tableStyles" Target="/ppt/tableStyles.xml" Id="R48e86d44c2314a97" /><Relationship Type="http://schemas.openxmlformats.org/officeDocument/2006/relationships/slide" Target="/ppt/slides/slide1.xml" Id="Re3c0c1767fcc45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834b4e46dd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8d9489f0774d58" /><Relationship Type="http://schemas.openxmlformats.org/officeDocument/2006/relationships/notesMaster" Target="/ppt/notesMasters/notesMaster1.xml" Id="Rd9b0fcc0597747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from the user-provided Conv method diagram. All visible diagram elements are native editable PowerPoint shapes, text boxes, paths, and matrix cells.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080434411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78471149d406e" /><Relationship Type="http://schemas.openxmlformats.org/officeDocument/2006/relationships/slideLayout" Target="/ppt/slideLayouts/slideLayout1.xml" Id="R299595aafb6d44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595aafb6d44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dd190a272464e" /><Relationship Type="http://schemas.openxmlformats.org/officeDocument/2006/relationships/notesSlide" Target="/ppt/notesSlides/notesSlide1.xml" Id="Rc902111a245b47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Score Estimation background">
            <a:extLst xmlns:a="http://schemas.openxmlformats.org/drawingml/2006/main">
              <a:ext uri="{FF2B5EF4-FFF2-40B4-BE49-F238E27FC236}">
                <a16:creationId xmlns:a16="http://schemas.microsoft.com/office/drawing/2014/main" id="{3D63F946-3D69-4A4E-AD2D-0AB14D0D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000375"/>
            <a:ext cx="9220200" cy="31908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D2EFF9"/>
          </a:solidFill>
          <a:ln xmlns:a="http://schemas.openxmlformats.org/drawingml/2006/main" w="22860">
            <a:solidFill>
              <a:srgbClr val="121212"/>
            </a:solidFill>
          </a:ln>
        </p:spPr>
      </p:sp>
      <p:sp>
        <p:nvSpPr>
          <p:cNvPr id="2" name="Refinement background">
            <a:extLst xmlns:a="http://schemas.openxmlformats.org/drawingml/2006/main">
              <a:ext uri="{FF2B5EF4-FFF2-40B4-BE49-F238E27FC236}">
                <a16:creationId xmlns:a16="http://schemas.microsoft.com/office/drawing/2014/main" id="{2E48B36C-F422-4003-B7CC-DA1D4F3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00375"/>
            <a:ext cx="4905375" cy="3190875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D2EFF9"/>
          </a:solidFill>
          <a:ln xmlns:a="http://schemas.openxmlformats.org/drawingml/2006/main" w="22860">
            <a:solidFill>
              <a:srgbClr val="121212"/>
            </a:solidFill>
          </a:ln>
        </p:spPr>
      </p:sp>
      <p:sp>
        <p:nvSpPr>
          <p:cNvPr id="3" name="Score Estimation vertical label">
            <a:extLst xmlns:a="http://schemas.openxmlformats.org/drawingml/2006/main">
              <a:ext uri="{FF2B5EF4-FFF2-40B4-BE49-F238E27FC236}">
                <a16:creationId xmlns:a16="http://schemas.microsoft.com/office/drawing/2014/main" id="{013CC2F2-AD72-48D8-93F5-E536771D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981075" y="441007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Score Estimation</a:t>
            </a:r>
          </a:p>
        </p:txBody>
      </p:sp>
      <p:sp>
        <p:nvSpPr>
          <p:cNvPr id="4" name="Refinement vertical label">
            <a:extLst xmlns:a="http://schemas.openxmlformats.org/drawingml/2006/main">
              <a:ext uri="{FF2B5EF4-FFF2-40B4-BE49-F238E27FC236}">
                <a16:creationId xmlns:a16="http://schemas.microsoft.com/office/drawing/2014/main" id="{88DFEFDB-08A9-4EF3-A235-B2846C1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667750" y="44100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5" name="Sample card">
            <a:extLst xmlns:a="http://schemas.openxmlformats.org/drawingml/2006/main">
              <a:ext uri="{FF2B5EF4-FFF2-40B4-BE49-F238E27FC236}">
                <a16:creationId xmlns:a16="http://schemas.microsoft.com/office/drawing/2014/main" id="{A2AE78A3-1199-4838-B347-48B6ADAE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24250"/>
            <a:ext cx="1266825" cy="199072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7C49F"/>
          </a:solidFill>
          <a:ln xmlns:a="http://schemas.openxmlformats.org/drawingml/2006/main" w="19050">
            <a:solidFill>
              <a:srgbClr val="121212"/>
            </a:solidFill>
          </a:ln>
        </p:spPr>
      </p:sp>
      <p:sp>
        <p:nvSpPr>
          <p:cNvPr id="6" name="Sample caption">
            <a:extLst xmlns:a="http://schemas.openxmlformats.org/drawingml/2006/main">
              <a:ext uri="{FF2B5EF4-FFF2-40B4-BE49-F238E27FC236}">
                <a16:creationId xmlns:a16="http://schemas.microsoft.com/office/drawing/2014/main" id="{2224D1A9-56C4-4C85-949B-1C5851F6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50958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7" name="Dot Product card">
            <a:extLst xmlns:a="http://schemas.openxmlformats.org/drawingml/2006/main">
              <a:ext uri="{FF2B5EF4-FFF2-40B4-BE49-F238E27FC236}">
                <a16:creationId xmlns:a16="http://schemas.microsoft.com/office/drawing/2014/main" id="{993E3B4D-F04F-42AD-8316-595C2DE7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24250"/>
            <a:ext cx="1571625" cy="19907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7C49F"/>
          </a:solidFill>
          <a:ln xmlns:a="http://schemas.openxmlformats.org/drawingml/2006/main" w="19050">
            <a:solidFill>
              <a:srgbClr val="121212"/>
            </a:solidFill>
          </a:ln>
        </p:spPr>
      </p:sp>
      <p:sp>
        <p:nvSpPr>
          <p:cNvPr id="8" name="Dot Product caption">
            <a:extLst xmlns:a="http://schemas.openxmlformats.org/drawingml/2006/main">
              <a:ext uri="{FF2B5EF4-FFF2-40B4-BE49-F238E27FC236}">
                <a16:creationId xmlns:a16="http://schemas.microsoft.com/office/drawing/2014/main" id="{E1826493-2643-4B7B-A9AD-7817086C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5095875"/>
            <a:ext cx="1495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Dot Product</a:t>
            </a:r>
          </a:p>
        </p:txBody>
      </p:sp>
      <p:sp>
        <p:nvSpPr>
          <p:cNvPr id="9" name="Normalize card">
            <a:extLst xmlns:a="http://schemas.openxmlformats.org/drawingml/2006/main">
              <a:ext uri="{FF2B5EF4-FFF2-40B4-BE49-F238E27FC236}">
                <a16:creationId xmlns:a16="http://schemas.microsoft.com/office/drawing/2014/main" id="{5EFF5357-D6D1-4A00-AF90-9BB12E26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524250"/>
            <a:ext cx="1695450" cy="1990725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7C49F"/>
          </a:solidFill>
          <a:ln xmlns:a="http://schemas.openxmlformats.org/drawingml/2006/main" w="19050">
            <a:solidFill>
              <a:srgbClr val="121212"/>
            </a:solidFill>
          </a:ln>
        </p:spPr>
      </p:sp>
      <p:sp>
        <p:nvSpPr>
          <p:cNvPr id="10" name="Normalize caption">
            <a:extLst xmlns:a="http://schemas.openxmlformats.org/drawingml/2006/main">
              <a:ext uri="{FF2B5EF4-FFF2-40B4-BE49-F238E27FC236}">
                <a16:creationId xmlns:a16="http://schemas.microsoft.com/office/drawing/2014/main" id="{0D8B80C5-476F-4A46-9EF8-D6AAA12F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509587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1" name="Aggregate card">
            <a:extLst xmlns:a="http://schemas.openxmlformats.org/drawingml/2006/main">
              <a:ext uri="{FF2B5EF4-FFF2-40B4-BE49-F238E27FC236}">
                <a16:creationId xmlns:a16="http://schemas.microsoft.com/office/drawing/2014/main" id="{DA261C3F-C66B-4DAE-AF74-417972BD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24250"/>
            <a:ext cx="1714500" cy="1990725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7C49F"/>
          </a:solidFill>
          <a:ln xmlns:a="http://schemas.openxmlformats.org/drawingml/2006/main" w="19050">
            <a:solidFill>
              <a:srgbClr val="121212"/>
            </a:solidFill>
          </a:ln>
        </p:spPr>
      </p:sp>
      <p:sp>
        <p:nvSpPr>
          <p:cNvPr id="12" name="Aggregate caption">
            <a:extLst xmlns:a="http://schemas.openxmlformats.org/drawingml/2006/main">
              <a:ext uri="{FF2B5EF4-FFF2-40B4-BE49-F238E27FC236}">
                <a16:creationId xmlns:a16="http://schemas.microsoft.com/office/drawing/2014/main" id="{0C23A76E-EC43-42F5-8958-8DAC4210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5095875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Aggregate</a:t>
            </a:r>
          </a:p>
        </p:txBody>
      </p:sp>
      <p:sp>
        <p:nvSpPr>
          <p:cNvPr id="13" name="Sampling row 1 col 1">
            <a:extLst xmlns:a="http://schemas.openxmlformats.org/drawingml/2006/main">
              <a:ext uri="{FF2B5EF4-FFF2-40B4-BE49-F238E27FC236}">
                <a16:creationId xmlns:a16="http://schemas.microsoft.com/office/drawing/2014/main" id="{C44E4DF2-436A-4E27-B0C2-CBEE4B4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5762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4" name="Sampling row 1 col 2">
            <a:extLst xmlns:a="http://schemas.openxmlformats.org/drawingml/2006/main">
              <a:ext uri="{FF2B5EF4-FFF2-40B4-BE49-F238E27FC236}">
                <a16:creationId xmlns:a16="http://schemas.microsoft.com/office/drawing/2014/main" id="{456F1592-4FC8-4D19-B21D-44C4622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385762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" name="Sampling row 1 col 3">
            <a:extLst xmlns:a="http://schemas.openxmlformats.org/drawingml/2006/main">
              <a:ext uri="{FF2B5EF4-FFF2-40B4-BE49-F238E27FC236}">
                <a16:creationId xmlns:a16="http://schemas.microsoft.com/office/drawing/2014/main" id="{1B9FBC25-2079-4A92-8E4D-CF5CD3B4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" y="385762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" name="Sampling row 1 col 4">
            <a:extLst xmlns:a="http://schemas.openxmlformats.org/drawingml/2006/main">
              <a:ext uri="{FF2B5EF4-FFF2-40B4-BE49-F238E27FC236}">
                <a16:creationId xmlns:a16="http://schemas.microsoft.com/office/drawing/2014/main" id="{C3FCD84C-1D15-424A-ACF9-7E3C517E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" y="385762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" name="Sampling row 1 col 5">
            <a:extLst xmlns:a="http://schemas.openxmlformats.org/drawingml/2006/main">
              <a:ext uri="{FF2B5EF4-FFF2-40B4-BE49-F238E27FC236}">
                <a16:creationId xmlns:a16="http://schemas.microsoft.com/office/drawing/2014/main" id="{0A4A4BAF-6BB2-4546-8C40-C4DA855A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" y="385762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" name="Sampling row 2 col 1">
            <a:extLst xmlns:a="http://schemas.openxmlformats.org/drawingml/2006/main">
              <a:ext uri="{FF2B5EF4-FFF2-40B4-BE49-F238E27FC236}">
                <a16:creationId xmlns:a16="http://schemas.microsoft.com/office/drawing/2014/main" id="{82419344-9DD1-4B31-9F6C-1E9FAA81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5384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" name="Sampling row 2 col 2">
            <a:extLst xmlns:a="http://schemas.openxmlformats.org/drawingml/2006/main">
              <a:ext uri="{FF2B5EF4-FFF2-40B4-BE49-F238E27FC236}">
                <a16:creationId xmlns:a16="http://schemas.microsoft.com/office/drawing/2014/main" id="{95A6B863-6C92-4776-98A1-A7FDBEAA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405384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" name="Sampling row 2 col 3">
            <a:extLst xmlns:a="http://schemas.openxmlformats.org/drawingml/2006/main">
              <a:ext uri="{FF2B5EF4-FFF2-40B4-BE49-F238E27FC236}">
                <a16:creationId xmlns:a16="http://schemas.microsoft.com/office/drawing/2014/main" id="{0C21DE41-2FA7-4E55-80D9-0F26C52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" y="405384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" name="Sampling row 2 col 4">
            <a:extLst xmlns:a="http://schemas.openxmlformats.org/drawingml/2006/main">
              <a:ext uri="{FF2B5EF4-FFF2-40B4-BE49-F238E27FC236}">
                <a16:creationId xmlns:a16="http://schemas.microsoft.com/office/drawing/2014/main" id="{B15079D9-B22B-4741-B1EE-C56ED1C6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" y="405384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" name="Sampling row 2 col 5">
            <a:extLst xmlns:a="http://schemas.openxmlformats.org/drawingml/2006/main">
              <a:ext uri="{FF2B5EF4-FFF2-40B4-BE49-F238E27FC236}">
                <a16:creationId xmlns:a16="http://schemas.microsoft.com/office/drawing/2014/main" id="{3F05D0BA-D43D-4877-9186-C9762843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" y="405384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3" name="Sampling row 3 col 1">
            <a:extLst xmlns:a="http://schemas.openxmlformats.org/drawingml/2006/main">
              <a:ext uri="{FF2B5EF4-FFF2-40B4-BE49-F238E27FC236}">
                <a16:creationId xmlns:a16="http://schemas.microsoft.com/office/drawing/2014/main" id="{E19DD081-EFDB-44D8-85EA-07A41677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25005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4" name="Sampling row 3 col 2">
            <a:extLst xmlns:a="http://schemas.openxmlformats.org/drawingml/2006/main">
              <a:ext uri="{FF2B5EF4-FFF2-40B4-BE49-F238E27FC236}">
                <a16:creationId xmlns:a16="http://schemas.microsoft.com/office/drawing/2014/main" id="{406FF0DB-1044-4F2C-8F48-052D9C8D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425005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5" name="Sampling row 3 col 3">
            <a:extLst xmlns:a="http://schemas.openxmlformats.org/drawingml/2006/main">
              <a:ext uri="{FF2B5EF4-FFF2-40B4-BE49-F238E27FC236}">
                <a16:creationId xmlns:a16="http://schemas.microsoft.com/office/drawing/2014/main" id="{A8E8252C-66C7-4EC3-A636-D0AA4A8A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" y="425005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6" name="Sampling row 3 col 4">
            <a:extLst xmlns:a="http://schemas.openxmlformats.org/drawingml/2006/main">
              <a:ext uri="{FF2B5EF4-FFF2-40B4-BE49-F238E27FC236}">
                <a16:creationId xmlns:a16="http://schemas.microsoft.com/office/drawing/2014/main" id="{5F281C55-8E5E-4769-8F01-64749305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" y="425005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7" name="Sampling row 3 col 5">
            <a:extLst xmlns:a="http://schemas.openxmlformats.org/drawingml/2006/main">
              <a:ext uri="{FF2B5EF4-FFF2-40B4-BE49-F238E27FC236}">
                <a16:creationId xmlns:a16="http://schemas.microsoft.com/office/drawing/2014/main" id="{699C7BC6-6CE7-4863-91FC-C97A07D8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" y="425005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8" name="Sampling row 4 col 1">
            <a:extLst xmlns:a="http://schemas.openxmlformats.org/drawingml/2006/main">
              <a:ext uri="{FF2B5EF4-FFF2-40B4-BE49-F238E27FC236}">
                <a16:creationId xmlns:a16="http://schemas.microsoft.com/office/drawing/2014/main" id="{DF30AE94-15EB-4045-9834-2F03D8B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4627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9" name="Sampling row 4 col 2">
            <a:extLst xmlns:a="http://schemas.openxmlformats.org/drawingml/2006/main">
              <a:ext uri="{FF2B5EF4-FFF2-40B4-BE49-F238E27FC236}">
                <a16:creationId xmlns:a16="http://schemas.microsoft.com/office/drawing/2014/main" id="{4F926299-79D3-4663-8BE0-DAFF6136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444627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0" name="Sampling row 4 col 3">
            <a:extLst xmlns:a="http://schemas.openxmlformats.org/drawingml/2006/main">
              <a:ext uri="{FF2B5EF4-FFF2-40B4-BE49-F238E27FC236}">
                <a16:creationId xmlns:a16="http://schemas.microsoft.com/office/drawing/2014/main" id="{EBA5195C-AB96-4A00-9956-98C61476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" y="444627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1" name="Sampling row 4 col 4">
            <a:extLst xmlns:a="http://schemas.openxmlformats.org/drawingml/2006/main">
              <a:ext uri="{FF2B5EF4-FFF2-40B4-BE49-F238E27FC236}">
                <a16:creationId xmlns:a16="http://schemas.microsoft.com/office/drawing/2014/main" id="{2C5BF4EF-2586-4B4B-8B69-8A450C68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" y="444627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2" name="Sampling row 4 col 5">
            <a:extLst xmlns:a="http://schemas.openxmlformats.org/drawingml/2006/main">
              <a:ext uri="{FF2B5EF4-FFF2-40B4-BE49-F238E27FC236}">
                <a16:creationId xmlns:a16="http://schemas.microsoft.com/office/drawing/2014/main" id="{F3038D28-31DF-498B-BB20-1DE9F259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" y="4446270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3" name="Sampling row 5 col 1">
            <a:extLst xmlns:a="http://schemas.openxmlformats.org/drawingml/2006/main">
              <a:ext uri="{FF2B5EF4-FFF2-40B4-BE49-F238E27FC236}">
                <a16:creationId xmlns:a16="http://schemas.microsoft.com/office/drawing/2014/main" id="{D45B6549-47D7-4C38-89D2-0AD53A52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248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4" name="Sampling row 5 col 2">
            <a:extLst xmlns:a="http://schemas.openxmlformats.org/drawingml/2006/main">
              <a:ext uri="{FF2B5EF4-FFF2-40B4-BE49-F238E27FC236}">
                <a16:creationId xmlns:a16="http://schemas.microsoft.com/office/drawing/2014/main" id="{AA878A9E-4EDF-4395-82DF-D5D6FC00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464248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5" name="Sampling row 5 col 3">
            <a:extLst xmlns:a="http://schemas.openxmlformats.org/drawingml/2006/main">
              <a:ext uri="{FF2B5EF4-FFF2-40B4-BE49-F238E27FC236}">
                <a16:creationId xmlns:a16="http://schemas.microsoft.com/office/drawing/2014/main" id="{CAE3739C-EA3E-4746-8CF7-E81B6A1C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" y="464248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6" name="Sampling row 5 col 4">
            <a:extLst xmlns:a="http://schemas.openxmlformats.org/drawingml/2006/main">
              <a:ext uri="{FF2B5EF4-FFF2-40B4-BE49-F238E27FC236}">
                <a16:creationId xmlns:a16="http://schemas.microsoft.com/office/drawing/2014/main" id="{47709F71-0C67-47DE-9CC2-07A0C3FC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" y="464248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7" name="Sampling row 5 col 5">
            <a:extLst xmlns:a="http://schemas.openxmlformats.org/drawingml/2006/main">
              <a:ext uri="{FF2B5EF4-FFF2-40B4-BE49-F238E27FC236}">
                <a16:creationId xmlns:a16="http://schemas.microsoft.com/office/drawing/2014/main" id="{1B506B55-04A1-49D6-A6B9-DD200E64D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" y="4642485"/>
            <a:ext cx="192405" cy="196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38" name="Stride bracket left 99">
            <a:extLst xmlns:a="http://schemas.openxmlformats.org/drawingml/2006/main">
              <a:ext uri="{FF2B5EF4-FFF2-40B4-BE49-F238E27FC236}">
                <a16:creationId xmlns:a16="http://schemas.microsoft.com/office/drawing/2014/main" id="{0BE57AA0-3651-4CE7-9EC2-1D11E303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6800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39" name="Stride bracket base 99">
            <a:extLst xmlns:a="http://schemas.openxmlformats.org/drawingml/2006/main">
              <a:ext uri="{FF2B5EF4-FFF2-40B4-BE49-F238E27FC236}">
                <a16:creationId xmlns:a16="http://schemas.microsoft.com/office/drawing/2014/main" id="{8D9FC848-FE85-46E2-90CC-CE874563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62525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0" name="Stride bracket right 99">
            <a:extLst xmlns:a="http://schemas.openxmlformats.org/drawingml/2006/main">
              <a:ext uri="{FF2B5EF4-FFF2-40B4-BE49-F238E27FC236}">
                <a16:creationId xmlns:a16="http://schemas.microsoft.com/office/drawing/2014/main" id="{A9E8FFEC-A517-40DF-8CC4-28AEE295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876800"/>
            <a:ext cx="953" cy="85725"/>
          </a:xfrm>
          <a:custGeom xmlns:a="http://schemas.openxmlformats.org/drawingml/2006/main">
            <a:pathLst>
              <a:path w="953" h="85725">
                <a:moveTo>
                  <a:pt x="0" y="85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1" name="Stride bracket left 122">
            <a:extLst xmlns:a="http://schemas.openxmlformats.org/drawingml/2006/main">
              <a:ext uri="{FF2B5EF4-FFF2-40B4-BE49-F238E27FC236}">
                <a16:creationId xmlns:a16="http://schemas.microsoft.com/office/drawing/2014/main" id="{4FDB882C-0222-4763-AEC4-A29BC9C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2" name="Stride bracket base 122">
            <a:extLst xmlns:a="http://schemas.openxmlformats.org/drawingml/2006/main">
              <a:ext uri="{FF2B5EF4-FFF2-40B4-BE49-F238E27FC236}">
                <a16:creationId xmlns:a16="http://schemas.microsoft.com/office/drawing/2014/main" id="{3CAE5302-AF2C-4ED1-BDAA-E423B7FE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62525"/>
            <a:ext cx="314325" cy="953"/>
          </a:xfrm>
          <a:custGeom xmlns:a="http://schemas.openxmlformats.org/drawingml/2006/main">
            <a:pathLst>
              <a:path w="314325" h="953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3" name="Stride bracket right 122">
            <a:extLst xmlns:a="http://schemas.openxmlformats.org/drawingml/2006/main">
              <a:ext uri="{FF2B5EF4-FFF2-40B4-BE49-F238E27FC236}">
                <a16:creationId xmlns:a16="http://schemas.microsoft.com/office/drawing/2014/main" id="{CFF310E0-AA41-4762-A994-F06A6DDA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76800"/>
            <a:ext cx="953" cy="85725"/>
          </a:xfrm>
          <a:custGeom xmlns:a="http://schemas.openxmlformats.org/drawingml/2006/main">
            <a:pathLst>
              <a:path w="953" h="85725">
                <a:moveTo>
                  <a:pt x="0" y="85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4" name="Stride bracket left 160">
            <a:extLst xmlns:a="http://schemas.openxmlformats.org/drawingml/2006/main">
              <a:ext uri="{FF2B5EF4-FFF2-40B4-BE49-F238E27FC236}">
                <a16:creationId xmlns:a16="http://schemas.microsoft.com/office/drawing/2014/main" id="{0D57A82E-5F15-492F-B6EE-81471A97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5" name="Stride bracket base 160">
            <a:extLst xmlns:a="http://schemas.openxmlformats.org/drawingml/2006/main">
              <a:ext uri="{FF2B5EF4-FFF2-40B4-BE49-F238E27FC236}">
                <a16:creationId xmlns:a16="http://schemas.microsoft.com/office/drawing/2014/main" id="{261F165A-DADF-465F-BFD6-F85165DF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62525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6" name="Stride bracket right 160">
            <a:extLst xmlns:a="http://schemas.openxmlformats.org/drawingml/2006/main">
              <a:ext uri="{FF2B5EF4-FFF2-40B4-BE49-F238E27FC236}">
                <a16:creationId xmlns:a16="http://schemas.microsoft.com/office/drawing/2014/main" id="{D4D80FC3-8C63-4D11-84E2-4121CDA9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76800"/>
            <a:ext cx="953" cy="85725"/>
          </a:xfrm>
          <a:custGeom xmlns:a="http://schemas.openxmlformats.org/drawingml/2006/main">
            <a:pathLst>
              <a:path w="953" h="85725">
                <a:moveTo>
                  <a:pt x="0" y="85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47" name="Inverse antidiagonal">
            <a:extLst xmlns:a="http://schemas.openxmlformats.org/drawingml/2006/main">
              <a:ext uri="{FF2B5EF4-FFF2-40B4-BE49-F238E27FC236}">
                <a16:creationId xmlns:a16="http://schemas.microsoft.com/office/drawing/2014/main" id="{5E9336D0-89C0-4203-84EB-0A97E33B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57625"/>
            <a:ext cx="962025" cy="981075"/>
          </a:xfrm>
          <a:custGeom xmlns:a="http://schemas.openxmlformats.org/drawingml/2006/main">
            <a:pathLst>
              <a:path w="962025" h="981075">
                <a:moveTo>
                  <a:pt x="0" y="981075"/>
                </a:moveTo>
                <a:lnTo>
                  <a:pt x="962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121212"/>
            </a:solidFill>
            <a:prstDash val="solid"/>
          </a:ln>
        </p:spPr>
      </p:sp>
      <p:sp>
        <p:nvSpPr>
          <p:cNvPr id="48" name="Q mini label">
            <a:extLst xmlns:a="http://schemas.openxmlformats.org/drawingml/2006/main">
              <a:ext uri="{FF2B5EF4-FFF2-40B4-BE49-F238E27FC236}">
                <a16:creationId xmlns:a16="http://schemas.microsoft.com/office/drawing/2014/main" id="{8FE59C8A-C4D0-452A-B5A6-9FA66337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36195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49" name="K transpose mini label">
            <a:extLst xmlns:a="http://schemas.openxmlformats.org/drawingml/2006/main">
              <a:ext uri="{FF2B5EF4-FFF2-40B4-BE49-F238E27FC236}">
                <a16:creationId xmlns:a16="http://schemas.microsoft.com/office/drawing/2014/main" id="{BA521B88-5E55-4ECB-8C30-1F9F073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3629025"/>
            <a:ext cx="428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Kᵀ</a:t>
            </a:r>
          </a:p>
        </p:txBody>
      </p:sp>
      <p:sp>
        <p:nvSpPr>
          <p:cNvPr id="50" name="Dot Q row 1 col 1">
            <a:extLst xmlns:a="http://schemas.openxmlformats.org/drawingml/2006/main">
              <a:ext uri="{FF2B5EF4-FFF2-40B4-BE49-F238E27FC236}">
                <a16:creationId xmlns:a16="http://schemas.microsoft.com/office/drawing/2014/main" id="{0B6ABABC-DE2C-4E23-986A-C23B3BB8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14775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1" name="Dot Q row 1 col 2">
            <a:extLst xmlns:a="http://schemas.openxmlformats.org/drawingml/2006/main">
              <a:ext uri="{FF2B5EF4-FFF2-40B4-BE49-F238E27FC236}">
                <a16:creationId xmlns:a16="http://schemas.microsoft.com/office/drawing/2014/main" id="{7152FCB1-F912-4109-A317-85682A58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14775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2" name="Dot Q row 2 col 1">
            <a:extLst xmlns:a="http://schemas.openxmlformats.org/drawingml/2006/main">
              <a:ext uri="{FF2B5EF4-FFF2-40B4-BE49-F238E27FC236}">
                <a16:creationId xmlns:a16="http://schemas.microsoft.com/office/drawing/2014/main" id="{75B5A1E3-11A2-432C-89FF-AEB3430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95750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3" name="Dot Q row 2 col 2">
            <a:extLst xmlns:a="http://schemas.openxmlformats.org/drawingml/2006/main">
              <a:ext uri="{FF2B5EF4-FFF2-40B4-BE49-F238E27FC236}">
                <a16:creationId xmlns:a16="http://schemas.microsoft.com/office/drawing/2014/main" id="{9E0782A0-1997-449A-8352-5B9ABE1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95750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4" name="Dot Q row 3 col 1">
            <a:extLst xmlns:a="http://schemas.openxmlformats.org/drawingml/2006/main">
              <a:ext uri="{FF2B5EF4-FFF2-40B4-BE49-F238E27FC236}">
                <a16:creationId xmlns:a16="http://schemas.microsoft.com/office/drawing/2014/main" id="{71BE135E-455C-4F35-9A6D-17BC6DF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276725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5" name="Dot Q row 3 col 2">
            <a:extLst xmlns:a="http://schemas.openxmlformats.org/drawingml/2006/main">
              <a:ext uri="{FF2B5EF4-FFF2-40B4-BE49-F238E27FC236}">
                <a16:creationId xmlns:a16="http://schemas.microsoft.com/office/drawing/2014/main" id="{20FC41B5-5DE5-4F94-9966-E2746923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276725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6" name="Dot Q row 4 col 1">
            <a:extLst xmlns:a="http://schemas.openxmlformats.org/drawingml/2006/main">
              <a:ext uri="{FF2B5EF4-FFF2-40B4-BE49-F238E27FC236}">
                <a16:creationId xmlns:a16="http://schemas.microsoft.com/office/drawing/2014/main" id="{BFB57828-FA4C-430C-BE15-B1EC4A7A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57700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7" name="Dot Q row 4 col 2">
            <a:extLst xmlns:a="http://schemas.openxmlformats.org/drawingml/2006/main">
              <a:ext uri="{FF2B5EF4-FFF2-40B4-BE49-F238E27FC236}">
                <a16:creationId xmlns:a16="http://schemas.microsoft.com/office/drawing/2014/main" id="{8C404978-DA1A-4647-83A8-CE28D5E0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57700"/>
            <a:ext cx="152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58" name="Multiplication symbol">
            <a:extLst xmlns:a="http://schemas.openxmlformats.org/drawingml/2006/main">
              <a:ext uri="{FF2B5EF4-FFF2-40B4-BE49-F238E27FC236}">
                <a16:creationId xmlns:a16="http://schemas.microsoft.com/office/drawing/2014/main" id="{382908BE-7D0C-4B77-B594-8EA4262D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4076700"/>
            <a:ext cx="257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59" name="Dot K transpose row 1 col 1">
            <a:extLst xmlns:a="http://schemas.openxmlformats.org/drawingml/2006/main">
              <a:ext uri="{FF2B5EF4-FFF2-40B4-BE49-F238E27FC236}">
                <a16:creationId xmlns:a16="http://schemas.microsoft.com/office/drawing/2014/main" id="{38564614-28E4-4E66-B5EF-EA6345CD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814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0" name="Dot K transpose row 1 col 2">
            <a:extLst xmlns:a="http://schemas.openxmlformats.org/drawingml/2006/main">
              <a:ext uri="{FF2B5EF4-FFF2-40B4-BE49-F238E27FC236}">
                <a16:creationId xmlns:a16="http://schemas.microsoft.com/office/drawing/2014/main" id="{2715AD25-0392-4384-94F7-F8F68179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9814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1" name="Dot K transpose row 1 col 3">
            <a:extLst xmlns:a="http://schemas.openxmlformats.org/drawingml/2006/main">
              <a:ext uri="{FF2B5EF4-FFF2-40B4-BE49-F238E27FC236}">
                <a16:creationId xmlns:a16="http://schemas.microsoft.com/office/drawing/2014/main" id="{44712156-BD04-4CEA-A8C5-04679F2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814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2" name="Dot K transpose row 1 col 4">
            <a:extLst xmlns:a="http://schemas.openxmlformats.org/drawingml/2006/main">
              <a:ext uri="{FF2B5EF4-FFF2-40B4-BE49-F238E27FC236}">
                <a16:creationId xmlns:a16="http://schemas.microsoft.com/office/drawing/2014/main" id="{A82F0075-6397-400B-908D-C8F4050F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814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3" name="Dot K transpose row 2 col 1">
            <a:extLst xmlns:a="http://schemas.openxmlformats.org/drawingml/2006/main">
              <a:ext uri="{FF2B5EF4-FFF2-40B4-BE49-F238E27FC236}">
                <a16:creationId xmlns:a16="http://schemas.microsoft.com/office/drawing/2014/main" id="{101302BB-A81A-4A3C-A86E-F49BCE32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719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4" name="Dot K transpose row 2 col 2">
            <a:extLst xmlns:a="http://schemas.openxmlformats.org/drawingml/2006/main">
              <a:ext uri="{FF2B5EF4-FFF2-40B4-BE49-F238E27FC236}">
                <a16:creationId xmlns:a16="http://schemas.microsoft.com/office/drawing/2014/main" id="{A46AE177-20B6-4378-B402-F1A6DAB9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1719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5" name="Dot K transpose row 2 col 3">
            <a:extLst xmlns:a="http://schemas.openxmlformats.org/drawingml/2006/main">
              <a:ext uri="{FF2B5EF4-FFF2-40B4-BE49-F238E27FC236}">
                <a16:creationId xmlns:a16="http://schemas.microsoft.com/office/drawing/2014/main" id="{4F9D2A62-E6E2-423A-ACFF-A6EA7B14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719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6" name="Dot K transpose row 2 col 4">
            <a:extLst xmlns:a="http://schemas.openxmlformats.org/drawingml/2006/main">
              <a:ext uri="{FF2B5EF4-FFF2-40B4-BE49-F238E27FC236}">
                <a16:creationId xmlns:a16="http://schemas.microsoft.com/office/drawing/2014/main" id="{3DE5D4AE-3698-4C4D-86EC-E1145037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71950"/>
            <a:ext cx="161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67" name="Dot output arrow segment 1">
            <a:extLst xmlns:a="http://schemas.openxmlformats.org/drawingml/2006/main">
              <a:ext uri="{FF2B5EF4-FFF2-40B4-BE49-F238E27FC236}">
                <a16:creationId xmlns:a16="http://schemas.microsoft.com/office/drawing/2014/main" id="{4DA4D365-E206-4D7B-A940-58A1ACA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3865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68" name="Dot output arrow arrowhead">
            <a:extLst xmlns:a="http://schemas.openxmlformats.org/drawingml/2006/main">
              <a:ext uri="{FF2B5EF4-FFF2-40B4-BE49-F238E27FC236}">
                <a16:creationId xmlns:a16="http://schemas.microsoft.com/office/drawing/2014/main" id="{AEE2B1A8-41C1-4EE0-AED8-B5687BB8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9" y="4552950"/>
            <a:ext cx="73152" cy="76200"/>
          </a:xfrm>
          <a:custGeom xmlns:a="http://schemas.openxmlformats.org/drawingml/2006/main">
            <a:pathLst>
              <a:path w="73152" h="76200">
                <a:moveTo>
                  <a:pt x="36576" y="76200"/>
                </a:moveTo>
                <a:lnTo>
                  <a:pt x="0" y="0"/>
                </a:lnTo>
                <a:lnTo>
                  <a:pt x="73152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69" name="Dot output row 1 col 1">
            <a:extLst xmlns:a="http://schemas.openxmlformats.org/drawingml/2006/main">
              <a:ext uri="{FF2B5EF4-FFF2-40B4-BE49-F238E27FC236}">
                <a16:creationId xmlns:a16="http://schemas.microsoft.com/office/drawing/2014/main" id="{6D3CD540-B73E-444C-81C1-1BD5D4E6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6577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0" name="Dot output row 1 col 2">
            <a:extLst xmlns:a="http://schemas.openxmlformats.org/drawingml/2006/main">
              <a:ext uri="{FF2B5EF4-FFF2-40B4-BE49-F238E27FC236}">
                <a16:creationId xmlns:a16="http://schemas.microsoft.com/office/drawing/2014/main" id="{F3295E8E-E216-44AB-BC59-E1EEA36A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46577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1" name="Dot output row 1 col 3">
            <a:extLst xmlns:a="http://schemas.openxmlformats.org/drawingml/2006/main">
              <a:ext uri="{FF2B5EF4-FFF2-40B4-BE49-F238E27FC236}">
                <a16:creationId xmlns:a16="http://schemas.microsoft.com/office/drawing/2014/main" id="{01C5879A-9E1B-44FA-8A7D-53D6CE95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577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2" name="Dot output row 2 col 1">
            <a:extLst xmlns:a="http://schemas.openxmlformats.org/drawingml/2006/main">
              <a:ext uri="{FF2B5EF4-FFF2-40B4-BE49-F238E27FC236}">
                <a16:creationId xmlns:a16="http://schemas.microsoft.com/office/drawing/2014/main" id="{0800849E-97CD-4FEB-A871-83F97B40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101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3" name="Dot output row 2 col 2">
            <a:extLst xmlns:a="http://schemas.openxmlformats.org/drawingml/2006/main">
              <a:ext uri="{FF2B5EF4-FFF2-40B4-BE49-F238E27FC236}">
                <a16:creationId xmlns:a16="http://schemas.microsoft.com/office/drawing/2014/main" id="{77697021-D965-42CA-81B6-9EDB5A0C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48101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4" name="Dot output row 2 col 3">
            <a:extLst xmlns:a="http://schemas.openxmlformats.org/drawingml/2006/main">
              <a:ext uri="{FF2B5EF4-FFF2-40B4-BE49-F238E27FC236}">
                <a16:creationId xmlns:a16="http://schemas.microsoft.com/office/drawing/2014/main" id="{74092F41-934A-476C-AB65-D0A55671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8101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5" name="Dot output row 3 col 1">
            <a:extLst xmlns:a="http://schemas.openxmlformats.org/drawingml/2006/main">
              <a:ext uri="{FF2B5EF4-FFF2-40B4-BE49-F238E27FC236}">
                <a16:creationId xmlns:a16="http://schemas.microsoft.com/office/drawing/2014/main" id="{3276BF7D-57B1-4E2A-9145-221F8F4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9625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6" name="Dot output row 3 col 2">
            <a:extLst xmlns:a="http://schemas.openxmlformats.org/drawingml/2006/main">
              <a:ext uri="{FF2B5EF4-FFF2-40B4-BE49-F238E27FC236}">
                <a16:creationId xmlns:a16="http://schemas.microsoft.com/office/drawing/2014/main" id="{CA89C08C-9EB7-4FFE-AFA5-FDEBD925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313" y="49625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7" name="Dot output row 3 col 3">
            <a:extLst xmlns:a="http://schemas.openxmlformats.org/drawingml/2006/main">
              <a:ext uri="{FF2B5EF4-FFF2-40B4-BE49-F238E27FC236}">
                <a16:creationId xmlns:a16="http://schemas.microsoft.com/office/drawing/2014/main" id="{95280900-71E3-4E82-B422-65DBA155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62525"/>
            <a:ext cx="14763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8" name="Causal mask row 1 col 1">
            <a:extLst xmlns:a="http://schemas.openxmlformats.org/drawingml/2006/main">
              <a:ext uri="{FF2B5EF4-FFF2-40B4-BE49-F238E27FC236}">
                <a16:creationId xmlns:a16="http://schemas.microsoft.com/office/drawing/2014/main" id="{43559D8B-2276-4E33-BAC9-D3A74E13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9572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79" name="Causal mask row 1 col 2">
            <a:extLst xmlns:a="http://schemas.openxmlformats.org/drawingml/2006/main">
              <a:ext uri="{FF2B5EF4-FFF2-40B4-BE49-F238E27FC236}">
                <a16:creationId xmlns:a16="http://schemas.microsoft.com/office/drawing/2014/main" id="{58FCDA8F-5C5B-4BFA-9983-2E4386E8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9572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0" name="Causal mask row 1 col 3">
            <a:extLst xmlns:a="http://schemas.openxmlformats.org/drawingml/2006/main">
              <a:ext uri="{FF2B5EF4-FFF2-40B4-BE49-F238E27FC236}">
                <a16:creationId xmlns:a16="http://schemas.microsoft.com/office/drawing/2014/main" id="{623E1742-DE9C-4EBD-AA80-70F7736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9572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1" name="Causal mask row 1 col 4">
            <a:extLst xmlns:a="http://schemas.openxmlformats.org/drawingml/2006/main">
              <a:ext uri="{FF2B5EF4-FFF2-40B4-BE49-F238E27FC236}">
                <a16:creationId xmlns:a16="http://schemas.microsoft.com/office/drawing/2014/main" id="{DE90E9BB-155A-4515-8B04-5801AD52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9572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2" name="Causal mask row 2 col 1">
            <a:extLst xmlns:a="http://schemas.openxmlformats.org/drawingml/2006/main">
              <a:ext uri="{FF2B5EF4-FFF2-40B4-BE49-F238E27FC236}">
                <a16:creationId xmlns:a16="http://schemas.microsoft.com/office/drawing/2014/main" id="{0865CDD6-7B16-4FEE-9DE8-F8E2338E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9575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3" name="Causal mask row 2 col 2">
            <a:extLst xmlns:a="http://schemas.openxmlformats.org/drawingml/2006/main">
              <a:ext uri="{FF2B5EF4-FFF2-40B4-BE49-F238E27FC236}">
                <a16:creationId xmlns:a16="http://schemas.microsoft.com/office/drawing/2014/main" id="{5FD9AE8C-2E5E-435A-8397-C27AF677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4" name="Causal mask row 2 col 3">
            <a:extLst xmlns:a="http://schemas.openxmlformats.org/drawingml/2006/main">
              <a:ext uri="{FF2B5EF4-FFF2-40B4-BE49-F238E27FC236}">
                <a16:creationId xmlns:a16="http://schemas.microsoft.com/office/drawing/2014/main" id="{525ECA0D-24FC-464F-BB10-31F5D047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5" name="Causal mask row 2 col 4">
            <a:extLst xmlns:a="http://schemas.openxmlformats.org/drawingml/2006/main">
              <a:ext uri="{FF2B5EF4-FFF2-40B4-BE49-F238E27FC236}">
                <a16:creationId xmlns:a16="http://schemas.microsoft.com/office/drawing/2014/main" id="{6B03C351-C8C8-41EF-AA38-86052EC3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6" name="Causal mask row 3 col 1">
            <a:extLst xmlns:a="http://schemas.openxmlformats.org/drawingml/2006/main">
              <a:ext uri="{FF2B5EF4-FFF2-40B4-BE49-F238E27FC236}">
                <a16:creationId xmlns:a16="http://schemas.microsoft.com/office/drawing/2014/main" id="{BA3F502B-6683-4A33-8EA9-C56AFE82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9577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7" name="Causal mask row 3 col 2">
            <a:extLst xmlns:a="http://schemas.openxmlformats.org/drawingml/2006/main">
              <a:ext uri="{FF2B5EF4-FFF2-40B4-BE49-F238E27FC236}">
                <a16:creationId xmlns:a16="http://schemas.microsoft.com/office/drawing/2014/main" id="{0CD6988A-53CF-4F93-A742-C02D6A7D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9577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8" name="Causal mask row 3 col 3">
            <a:extLst xmlns:a="http://schemas.openxmlformats.org/drawingml/2006/main">
              <a:ext uri="{FF2B5EF4-FFF2-40B4-BE49-F238E27FC236}">
                <a16:creationId xmlns:a16="http://schemas.microsoft.com/office/drawing/2014/main" id="{53C3B8D5-C95F-4327-9102-35B88C01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9577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89" name="Causal mask row 3 col 4">
            <a:extLst xmlns:a="http://schemas.openxmlformats.org/drawingml/2006/main">
              <a:ext uri="{FF2B5EF4-FFF2-40B4-BE49-F238E27FC236}">
                <a16:creationId xmlns:a16="http://schemas.microsoft.com/office/drawing/2014/main" id="{05782B48-EDE0-4084-BDBD-B22C192F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95775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90" name="Causal mask row 4 col 1">
            <a:extLst xmlns:a="http://schemas.openxmlformats.org/drawingml/2006/main">
              <a:ext uri="{FF2B5EF4-FFF2-40B4-BE49-F238E27FC236}">
                <a16:creationId xmlns:a16="http://schemas.microsoft.com/office/drawing/2014/main" id="{3F13A9A0-BE32-4BBD-9330-59E5B5C8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9580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91" name="Causal mask row 4 col 2">
            <a:extLst xmlns:a="http://schemas.openxmlformats.org/drawingml/2006/main">
              <a:ext uri="{FF2B5EF4-FFF2-40B4-BE49-F238E27FC236}">
                <a16:creationId xmlns:a16="http://schemas.microsoft.com/office/drawing/2014/main" id="{CBC68C50-9B5F-44B3-9C95-A0A64511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49580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92" name="Causal mask row 4 col 3">
            <a:extLst xmlns:a="http://schemas.openxmlformats.org/drawingml/2006/main">
              <a:ext uri="{FF2B5EF4-FFF2-40B4-BE49-F238E27FC236}">
                <a16:creationId xmlns:a16="http://schemas.microsoft.com/office/drawing/2014/main" id="{907D3505-E3F7-4A5C-8E22-709B75E0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93" name="Causal mask row 4 col 4">
            <a:extLst xmlns:a="http://schemas.openxmlformats.org/drawingml/2006/main">
              <a:ext uri="{FF2B5EF4-FFF2-40B4-BE49-F238E27FC236}">
                <a16:creationId xmlns:a16="http://schemas.microsoft.com/office/drawing/2014/main" id="{2C72FA3E-E350-48D5-8F7F-F213FE07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95800"/>
            <a:ext cx="1714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94" name="Masked cross 01 a">
            <a:extLst xmlns:a="http://schemas.openxmlformats.org/drawingml/2006/main">
              <a:ext uri="{FF2B5EF4-FFF2-40B4-BE49-F238E27FC236}">
                <a16:creationId xmlns:a16="http://schemas.microsoft.com/office/drawing/2014/main" id="{5AA1DFF1-6DEF-4C08-9EE4-D7955B7F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2430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0" y="0"/>
                </a:moveTo>
                <a:lnTo>
                  <a:pt x="1143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95" name="Masked cross 01 b">
            <a:extLst xmlns:a="http://schemas.openxmlformats.org/drawingml/2006/main">
              <a:ext uri="{FF2B5EF4-FFF2-40B4-BE49-F238E27FC236}">
                <a16:creationId xmlns:a16="http://schemas.microsoft.com/office/drawing/2014/main" id="{F2157A63-B44B-47AF-8321-22C31BED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2430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11430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96" name="Masked cross 02 a">
            <a:extLst xmlns:a="http://schemas.openxmlformats.org/drawingml/2006/main">
              <a:ext uri="{FF2B5EF4-FFF2-40B4-BE49-F238E27FC236}">
                <a16:creationId xmlns:a16="http://schemas.microsoft.com/office/drawing/2014/main" id="{01614E69-0740-4DA7-85F3-4C4D01CD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2430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0" y="0"/>
                </a:moveTo>
                <a:lnTo>
                  <a:pt x="1143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97" name="Masked cross 02 b">
            <a:extLst xmlns:a="http://schemas.openxmlformats.org/drawingml/2006/main">
              <a:ext uri="{FF2B5EF4-FFF2-40B4-BE49-F238E27FC236}">
                <a16:creationId xmlns:a16="http://schemas.microsoft.com/office/drawing/2014/main" id="{FBC682CE-1D21-49C9-A531-BEA60721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2430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11430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98" name="Masked cross 03 a">
            <a:extLst xmlns:a="http://schemas.openxmlformats.org/drawingml/2006/main">
              <a:ext uri="{FF2B5EF4-FFF2-40B4-BE49-F238E27FC236}">
                <a16:creationId xmlns:a16="http://schemas.microsoft.com/office/drawing/2014/main" id="{8D4C0B3B-4E2C-416A-86C5-93FF2507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0" y="0"/>
                </a:moveTo>
                <a:lnTo>
                  <a:pt x="1143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99" name="Masked cross 03 b">
            <a:extLst xmlns:a="http://schemas.openxmlformats.org/drawingml/2006/main">
              <a:ext uri="{FF2B5EF4-FFF2-40B4-BE49-F238E27FC236}">
                <a16:creationId xmlns:a16="http://schemas.microsoft.com/office/drawing/2014/main" id="{2E272691-673E-4F26-8D59-A997EFF2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2430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11430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100" name="Masked cross 12 a">
            <a:extLst xmlns:a="http://schemas.openxmlformats.org/drawingml/2006/main">
              <a:ext uri="{FF2B5EF4-FFF2-40B4-BE49-F238E27FC236}">
                <a16:creationId xmlns:a16="http://schemas.microsoft.com/office/drawing/2014/main" id="{2293A512-E654-4D6E-9EC6-521C018A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24325"/>
            <a:ext cx="114300" cy="142875"/>
          </a:xfrm>
          <a:custGeom xmlns:a="http://schemas.openxmlformats.org/drawingml/2006/main">
            <a:pathLst>
              <a:path w="114300" h="142875">
                <a:moveTo>
                  <a:pt x="0" y="0"/>
                </a:moveTo>
                <a:lnTo>
                  <a:pt x="1143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101" name="Masked cross 12 b">
            <a:extLst xmlns:a="http://schemas.openxmlformats.org/drawingml/2006/main">
              <a:ext uri="{FF2B5EF4-FFF2-40B4-BE49-F238E27FC236}">
                <a16:creationId xmlns:a16="http://schemas.microsoft.com/office/drawing/2014/main" id="{AD4FB38D-D1FF-4B84-A7ED-417E93E8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24325"/>
            <a:ext cx="114300" cy="142875"/>
          </a:xfrm>
          <a:custGeom xmlns:a="http://schemas.openxmlformats.org/drawingml/2006/main">
            <a:pathLst>
              <a:path w="114300" h="142875">
                <a:moveTo>
                  <a:pt x="11430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102" name="Masked cross 13 a">
            <a:extLst xmlns:a="http://schemas.openxmlformats.org/drawingml/2006/main">
              <a:ext uri="{FF2B5EF4-FFF2-40B4-BE49-F238E27FC236}">
                <a16:creationId xmlns:a16="http://schemas.microsoft.com/office/drawing/2014/main" id="{8C55CAE7-22FC-4CA7-B46D-FF757773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24325"/>
            <a:ext cx="114300" cy="142875"/>
          </a:xfrm>
          <a:custGeom xmlns:a="http://schemas.openxmlformats.org/drawingml/2006/main">
            <a:pathLst>
              <a:path w="114300" h="142875">
                <a:moveTo>
                  <a:pt x="0" y="0"/>
                </a:moveTo>
                <a:lnTo>
                  <a:pt x="1143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103" name="Masked cross 13 b">
            <a:extLst xmlns:a="http://schemas.openxmlformats.org/drawingml/2006/main">
              <a:ext uri="{FF2B5EF4-FFF2-40B4-BE49-F238E27FC236}">
                <a16:creationId xmlns:a16="http://schemas.microsoft.com/office/drawing/2014/main" id="{ED1BB23E-A632-4F20-8549-6F07070C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24325"/>
            <a:ext cx="114300" cy="142875"/>
          </a:xfrm>
          <a:custGeom xmlns:a="http://schemas.openxmlformats.org/drawingml/2006/main">
            <a:pathLst>
              <a:path w="114300" h="142875">
                <a:moveTo>
                  <a:pt x="11430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104" name="Masked cross 23 a">
            <a:extLst xmlns:a="http://schemas.openxmlformats.org/drawingml/2006/main">
              <a:ext uri="{FF2B5EF4-FFF2-40B4-BE49-F238E27FC236}">
                <a16:creationId xmlns:a16="http://schemas.microsoft.com/office/drawing/2014/main" id="{ED047F06-F6F5-4179-8AFD-85A08A5A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2435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0" y="0"/>
                </a:moveTo>
                <a:lnTo>
                  <a:pt x="11430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105" name="Masked cross 23 b">
            <a:extLst xmlns:a="http://schemas.openxmlformats.org/drawingml/2006/main">
              <a:ext uri="{FF2B5EF4-FFF2-40B4-BE49-F238E27FC236}">
                <a16:creationId xmlns:a16="http://schemas.microsoft.com/office/drawing/2014/main" id="{66E58073-A0E1-4B6C-9184-8B233EA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324350"/>
            <a:ext cx="114300" cy="142875"/>
          </a:xfrm>
          <a:custGeom xmlns:a="http://schemas.openxmlformats.org/drawingml/2006/main">
            <a:pathLst>
              <a:path w="114300" h="142875">
                <a:moveTo>
                  <a:pt x="11430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121212"/>
            </a:solidFill>
            <a:prstDash val="solid"/>
          </a:ln>
        </p:spPr>
      </p:sp>
      <p:sp>
        <p:nvSpPr>
          <p:cNvPr id="106" name="Normalize arrow segment 1">
            <a:extLst xmlns:a="http://schemas.openxmlformats.org/drawingml/2006/main">
              <a:ext uri="{FF2B5EF4-FFF2-40B4-BE49-F238E27FC236}">
                <a16:creationId xmlns:a16="http://schemas.microsoft.com/office/drawing/2014/main" id="{A8FF9EC0-85BC-4B70-B83F-D6B1DE4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333875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107" name="Normalize arrow arrowhead">
            <a:extLst xmlns:a="http://schemas.openxmlformats.org/drawingml/2006/main">
              <a:ext uri="{FF2B5EF4-FFF2-40B4-BE49-F238E27FC236}">
                <a16:creationId xmlns:a16="http://schemas.microsoft.com/office/drawing/2014/main" id="{324627F3-5BE5-4A46-B5B3-6286DCC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301871"/>
            <a:ext cx="66675" cy="64008"/>
          </a:xfrm>
          <a:custGeom xmlns:a="http://schemas.openxmlformats.org/drawingml/2006/main">
            <a:pathLst>
              <a:path w="66675" h="64008">
                <a:moveTo>
                  <a:pt x="66675" y="32004"/>
                </a:move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08" name="Normalized probabilities row 1 col 1">
            <a:extLst xmlns:a="http://schemas.openxmlformats.org/drawingml/2006/main">
              <a:ext uri="{FF2B5EF4-FFF2-40B4-BE49-F238E27FC236}">
                <a16:creationId xmlns:a16="http://schemas.microsoft.com/office/drawing/2014/main" id="{40494D61-688B-4499-87C9-3C53A27B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95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09" name="Normalized probabilities row 1 col 2">
            <a:extLst xmlns:a="http://schemas.openxmlformats.org/drawingml/2006/main">
              <a:ext uri="{FF2B5EF4-FFF2-40B4-BE49-F238E27FC236}">
                <a16:creationId xmlns:a16="http://schemas.microsoft.com/office/drawing/2014/main" id="{B58ECFEF-CF6D-49AB-9156-AEF0DA47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195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0" name="Normalized probabilities row 1 col 3">
            <a:extLst xmlns:a="http://schemas.openxmlformats.org/drawingml/2006/main">
              <a:ext uri="{FF2B5EF4-FFF2-40B4-BE49-F238E27FC236}">
                <a16:creationId xmlns:a16="http://schemas.microsoft.com/office/drawing/2014/main" id="{64BB907D-75C8-459A-8E14-9B75FA22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195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1" name="Normalized probabilities row 1 col 4">
            <a:extLst xmlns:a="http://schemas.openxmlformats.org/drawingml/2006/main">
              <a:ext uri="{FF2B5EF4-FFF2-40B4-BE49-F238E27FC236}">
                <a16:creationId xmlns:a16="http://schemas.microsoft.com/office/drawing/2014/main" id="{5179A628-C52B-49F2-B46A-F293E4A1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19575"/>
            <a:ext cx="15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2" name="Probability sum">
            <a:extLst xmlns:a="http://schemas.openxmlformats.org/drawingml/2006/main">
              <a:ext uri="{FF2B5EF4-FFF2-40B4-BE49-F238E27FC236}">
                <a16:creationId xmlns:a16="http://schemas.microsoft.com/office/drawing/2014/main" id="{B596E20E-D866-4AFB-885F-96850D0B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4476750"/>
            <a:ext cx="600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Σ = 1</a:t>
            </a:r>
          </a:p>
        </p:txBody>
      </p:sp>
      <p:sp>
        <p:nvSpPr>
          <p:cNvPr id="113" name="Fine block grid row 1 col 1">
            <a:extLst xmlns:a="http://schemas.openxmlformats.org/drawingml/2006/main">
              <a:ext uri="{FF2B5EF4-FFF2-40B4-BE49-F238E27FC236}">
                <a16:creationId xmlns:a16="http://schemas.microsoft.com/office/drawing/2014/main" id="{92D26ECA-E41D-463C-861D-F4A4CA3A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81450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4" name="Fine block grid row 1 col 2">
            <a:extLst xmlns:a="http://schemas.openxmlformats.org/drawingml/2006/main">
              <a:ext uri="{FF2B5EF4-FFF2-40B4-BE49-F238E27FC236}">
                <a16:creationId xmlns:a16="http://schemas.microsoft.com/office/drawing/2014/main" id="{2D35D5FB-6903-4509-9CED-6B615A68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3981450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5" name="Fine block grid row 1 col 3">
            <a:extLst xmlns:a="http://schemas.openxmlformats.org/drawingml/2006/main">
              <a:ext uri="{FF2B5EF4-FFF2-40B4-BE49-F238E27FC236}">
                <a16:creationId xmlns:a16="http://schemas.microsoft.com/office/drawing/2014/main" id="{BBEC2B4B-391F-4DFF-945D-7EEA420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81450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6" name="Fine block grid row 1 col 4">
            <a:extLst xmlns:a="http://schemas.openxmlformats.org/drawingml/2006/main">
              <a:ext uri="{FF2B5EF4-FFF2-40B4-BE49-F238E27FC236}">
                <a16:creationId xmlns:a16="http://schemas.microsoft.com/office/drawing/2014/main" id="{CDF02C90-317F-41DF-AEF8-225A69AF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3981450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7" name="Fine block grid row 2 col 1">
            <a:extLst xmlns:a="http://schemas.openxmlformats.org/drawingml/2006/main">
              <a:ext uri="{FF2B5EF4-FFF2-40B4-BE49-F238E27FC236}">
                <a16:creationId xmlns:a16="http://schemas.microsoft.com/office/drawing/2014/main" id="{839E02E7-B585-4771-808A-90EFE0A1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7663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8" name="Fine block grid row 2 col 2">
            <a:extLst xmlns:a="http://schemas.openxmlformats.org/drawingml/2006/main">
              <a:ext uri="{FF2B5EF4-FFF2-40B4-BE49-F238E27FC236}">
                <a16:creationId xmlns:a16="http://schemas.microsoft.com/office/drawing/2014/main" id="{C812DBFA-096A-4074-8369-7C021B36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4157663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19" name="Fine block grid row 2 col 3">
            <a:extLst xmlns:a="http://schemas.openxmlformats.org/drawingml/2006/main">
              <a:ext uri="{FF2B5EF4-FFF2-40B4-BE49-F238E27FC236}">
                <a16:creationId xmlns:a16="http://schemas.microsoft.com/office/drawing/2014/main" id="{68393CDE-81A4-4EF3-BB6F-9BF7D5E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57663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0" name="Fine block grid row 2 col 4">
            <a:extLst xmlns:a="http://schemas.openxmlformats.org/drawingml/2006/main">
              <a:ext uri="{FF2B5EF4-FFF2-40B4-BE49-F238E27FC236}">
                <a16:creationId xmlns:a16="http://schemas.microsoft.com/office/drawing/2014/main" id="{CDBC528F-DE88-407B-A775-A762777A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4157663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1" name="Fine block grid row 3 col 1">
            <a:extLst xmlns:a="http://schemas.openxmlformats.org/drawingml/2006/main">
              <a:ext uri="{FF2B5EF4-FFF2-40B4-BE49-F238E27FC236}">
                <a16:creationId xmlns:a16="http://schemas.microsoft.com/office/drawing/2014/main" id="{CDB19DB0-242F-4675-9522-6EB3CDFA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33875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2" name="Fine block grid row 3 col 2">
            <a:extLst xmlns:a="http://schemas.openxmlformats.org/drawingml/2006/main">
              <a:ext uri="{FF2B5EF4-FFF2-40B4-BE49-F238E27FC236}">
                <a16:creationId xmlns:a16="http://schemas.microsoft.com/office/drawing/2014/main" id="{ED5FC60A-70C6-4D3C-94A4-309787FA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4333875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3" name="Fine block grid row 3 col 3">
            <a:extLst xmlns:a="http://schemas.openxmlformats.org/drawingml/2006/main">
              <a:ext uri="{FF2B5EF4-FFF2-40B4-BE49-F238E27FC236}">
                <a16:creationId xmlns:a16="http://schemas.microsoft.com/office/drawing/2014/main" id="{E00E3978-1F6E-4CAC-80E8-F93DD18F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33875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4" name="Fine block grid row 3 col 4">
            <a:extLst xmlns:a="http://schemas.openxmlformats.org/drawingml/2006/main">
              <a:ext uri="{FF2B5EF4-FFF2-40B4-BE49-F238E27FC236}">
                <a16:creationId xmlns:a16="http://schemas.microsoft.com/office/drawing/2014/main" id="{E2530BA3-25ED-4080-8B41-BB931C10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4333875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5" name="Fine block grid row 4 col 1">
            <a:extLst xmlns:a="http://schemas.openxmlformats.org/drawingml/2006/main">
              <a:ext uri="{FF2B5EF4-FFF2-40B4-BE49-F238E27FC236}">
                <a16:creationId xmlns:a16="http://schemas.microsoft.com/office/drawing/2014/main" id="{D1F8BE56-25ED-413E-B693-3D3DCBEB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10088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6" name="Fine block grid row 4 col 2">
            <a:extLst xmlns:a="http://schemas.openxmlformats.org/drawingml/2006/main">
              <a:ext uri="{FF2B5EF4-FFF2-40B4-BE49-F238E27FC236}">
                <a16:creationId xmlns:a16="http://schemas.microsoft.com/office/drawing/2014/main" id="{61664A44-BFCF-4E6A-B579-6F2DA98B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4088" y="4510088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7" name="Fine block grid row 4 col 3">
            <a:extLst xmlns:a="http://schemas.openxmlformats.org/drawingml/2006/main">
              <a:ext uri="{FF2B5EF4-FFF2-40B4-BE49-F238E27FC236}">
                <a16:creationId xmlns:a16="http://schemas.microsoft.com/office/drawing/2014/main" id="{14F2C159-8A6B-48C7-85E8-866F42B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10088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8" name="Fine block grid row 4 col 4">
            <a:extLst xmlns:a="http://schemas.openxmlformats.org/drawingml/2006/main">
              <a:ext uri="{FF2B5EF4-FFF2-40B4-BE49-F238E27FC236}">
                <a16:creationId xmlns:a16="http://schemas.microsoft.com/office/drawing/2014/main" id="{C6440E4D-B4B5-4A9F-B73D-F4A8D51F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463" y="4510088"/>
            <a:ext cx="166688" cy="1762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29" name="Block outline 00 612-412">
            <a:extLst xmlns:a="http://schemas.openxmlformats.org/drawingml/2006/main">
              <a:ext uri="{FF2B5EF4-FFF2-40B4-BE49-F238E27FC236}">
                <a16:creationId xmlns:a16="http://schemas.microsoft.com/office/drawing/2014/main" id="{C07EFA2C-4259-4CC9-BB78-5E909CD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342900" cy="953"/>
          </a:xfrm>
          <a:custGeom xmlns:a="http://schemas.openxmlformats.org/drawingml/2006/main">
            <a:pathLst>
              <a:path w="342900" h="953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0" name="Block outline 00 648-412">
            <a:extLst xmlns:a="http://schemas.openxmlformats.org/drawingml/2006/main">
              <a:ext uri="{FF2B5EF4-FFF2-40B4-BE49-F238E27FC236}">
                <a16:creationId xmlns:a16="http://schemas.microsoft.com/office/drawing/2014/main" id="{49A59D75-5887-4411-A2D1-99F1292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953" cy="371475"/>
          </a:xfrm>
          <a:custGeom xmlns:a="http://schemas.openxmlformats.org/drawingml/2006/main">
            <a:pathLst>
              <a:path w="953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1" name="Block outline 00 648-451">
            <a:extLst xmlns:a="http://schemas.openxmlformats.org/drawingml/2006/main">
              <a:ext uri="{FF2B5EF4-FFF2-40B4-BE49-F238E27FC236}">
                <a16:creationId xmlns:a16="http://schemas.microsoft.com/office/drawing/2014/main" id="{8D27E02F-AC87-49B6-9F69-C7BC2E1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95775"/>
            <a:ext cx="342900" cy="953"/>
          </a:xfrm>
          <a:custGeom xmlns:a="http://schemas.openxmlformats.org/drawingml/2006/main">
            <a:pathLst>
              <a:path w="342900" h="953">
                <a:moveTo>
                  <a:pt x="342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2" name="Block outline 00 612-451">
            <a:extLst xmlns:a="http://schemas.openxmlformats.org/drawingml/2006/main">
              <a:ext uri="{FF2B5EF4-FFF2-40B4-BE49-F238E27FC236}">
                <a16:creationId xmlns:a16="http://schemas.microsoft.com/office/drawing/2014/main" id="{EE9DFF47-BFAB-43F6-BB1C-855DCA12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953" cy="371475"/>
          </a:xfrm>
          <a:custGeom xmlns:a="http://schemas.openxmlformats.org/drawingml/2006/main">
            <a:pathLst>
              <a:path w="953" h="371475">
                <a:moveTo>
                  <a:pt x="0" y="371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3" name="Block outline 01 651-412">
            <a:extLst xmlns:a="http://schemas.openxmlformats.org/drawingml/2006/main">
              <a:ext uri="{FF2B5EF4-FFF2-40B4-BE49-F238E27FC236}">
                <a16:creationId xmlns:a16="http://schemas.microsoft.com/office/drawing/2014/main" id="{E0CDF8C9-17D7-443F-92BF-A11CAB74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24300"/>
            <a:ext cx="342900" cy="953"/>
          </a:xfrm>
          <a:custGeom xmlns:a="http://schemas.openxmlformats.org/drawingml/2006/main">
            <a:pathLst>
              <a:path w="342900" h="953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4" name="Block outline 01 687-412">
            <a:extLst xmlns:a="http://schemas.openxmlformats.org/drawingml/2006/main">
              <a:ext uri="{FF2B5EF4-FFF2-40B4-BE49-F238E27FC236}">
                <a16:creationId xmlns:a16="http://schemas.microsoft.com/office/drawing/2014/main" id="{9C80BF2B-0045-4FEC-8CFB-06B93F74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24300"/>
            <a:ext cx="953" cy="371475"/>
          </a:xfrm>
          <a:custGeom xmlns:a="http://schemas.openxmlformats.org/drawingml/2006/main">
            <a:pathLst>
              <a:path w="953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5" name="Block outline 01 687-451">
            <a:extLst xmlns:a="http://schemas.openxmlformats.org/drawingml/2006/main">
              <a:ext uri="{FF2B5EF4-FFF2-40B4-BE49-F238E27FC236}">
                <a16:creationId xmlns:a16="http://schemas.microsoft.com/office/drawing/2014/main" id="{D67D1685-0904-489C-A2A0-A997C7CF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95775"/>
            <a:ext cx="342900" cy="953"/>
          </a:xfrm>
          <a:custGeom xmlns:a="http://schemas.openxmlformats.org/drawingml/2006/main">
            <a:pathLst>
              <a:path w="342900" h="953">
                <a:moveTo>
                  <a:pt x="342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6" name="Block outline 01 651-451">
            <a:extLst xmlns:a="http://schemas.openxmlformats.org/drawingml/2006/main">
              <a:ext uri="{FF2B5EF4-FFF2-40B4-BE49-F238E27FC236}">
                <a16:creationId xmlns:a16="http://schemas.microsoft.com/office/drawing/2014/main" id="{C005E743-387E-4038-B35A-3FF8993C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924300"/>
            <a:ext cx="953" cy="371475"/>
          </a:xfrm>
          <a:custGeom xmlns:a="http://schemas.openxmlformats.org/drawingml/2006/main">
            <a:pathLst>
              <a:path w="953" h="371475">
                <a:moveTo>
                  <a:pt x="0" y="371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7" name="Block outline 10 612-455">
            <a:extLst xmlns:a="http://schemas.openxmlformats.org/drawingml/2006/main">
              <a:ext uri="{FF2B5EF4-FFF2-40B4-BE49-F238E27FC236}">
                <a16:creationId xmlns:a16="http://schemas.microsoft.com/office/drawing/2014/main" id="{A6165D0A-D50C-49B5-8B55-EEA2EE66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342900" cy="953"/>
          </a:xfrm>
          <a:custGeom xmlns:a="http://schemas.openxmlformats.org/drawingml/2006/main">
            <a:pathLst>
              <a:path w="342900" h="953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8" name="Block outline 10 648-455">
            <a:extLst xmlns:a="http://schemas.openxmlformats.org/drawingml/2006/main">
              <a:ext uri="{FF2B5EF4-FFF2-40B4-BE49-F238E27FC236}">
                <a16:creationId xmlns:a16="http://schemas.microsoft.com/office/drawing/2014/main" id="{F83C4D8A-023D-466E-AEAC-373C639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33875"/>
            <a:ext cx="953" cy="371475"/>
          </a:xfrm>
          <a:custGeom xmlns:a="http://schemas.openxmlformats.org/drawingml/2006/main">
            <a:pathLst>
              <a:path w="953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39" name="Block outline 10 648-494">
            <a:extLst xmlns:a="http://schemas.openxmlformats.org/drawingml/2006/main">
              <a:ext uri="{FF2B5EF4-FFF2-40B4-BE49-F238E27FC236}">
                <a16:creationId xmlns:a16="http://schemas.microsoft.com/office/drawing/2014/main" id="{D7B47814-25AC-4D5F-BC72-33F125CA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05350"/>
            <a:ext cx="342900" cy="953"/>
          </a:xfrm>
          <a:custGeom xmlns:a="http://schemas.openxmlformats.org/drawingml/2006/main">
            <a:pathLst>
              <a:path w="342900" h="953">
                <a:moveTo>
                  <a:pt x="342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40" name="Block outline 10 612-494">
            <a:extLst xmlns:a="http://schemas.openxmlformats.org/drawingml/2006/main">
              <a:ext uri="{FF2B5EF4-FFF2-40B4-BE49-F238E27FC236}">
                <a16:creationId xmlns:a16="http://schemas.microsoft.com/office/drawing/2014/main" id="{6C12D61A-CB73-4965-9E06-5937BB73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953" cy="371475"/>
          </a:xfrm>
          <a:custGeom xmlns:a="http://schemas.openxmlformats.org/drawingml/2006/main">
            <a:pathLst>
              <a:path w="953" h="371475">
                <a:moveTo>
                  <a:pt x="0" y="371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41" name="Block outline 11 651-455">
            <a:extLst xmlns:a="http://schemas.openxmlformats.org/drawingml/2006/main">
              <a:ext uri="{FF2B5EF4-FFF2-40B4-BE49-F238E27FC236}">
                <a16:creationId xmlns:a16="http://schemas.microsoft.com/office/drawing/2014/main" id="{3226B7FC-BC23-43CB-A899-579D2FF4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33875"/>
            <a:ext cx="342900" cy="953"/>
          </a:xfrm>
          <a:custGeom xmlns:a="http://schemas.openxmlformats.org/drawingml/2006/main">
            <a:pathLst>
              <a:path w="342900" h="953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42" name="Block outline 11 687-455">
            <a:extLst xmlns:a="http://schemas.openxmlformats.org/drawingml/2006/main">
              <a:ext uri="{FF2B5EF4-FFF2-40B4-BE49-F238E27FC236}">
                <a16:creationId xmlns:a16="http://schemas.microsoft.com/office/drawing/2014/main" id="{0DD1A290-A3ED-4818-8C21-5D353EC9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33875"/>
            <a:ext cx="953" cy="371475"/>
          </a:xfrm>
          <a:custGeom xmlns:a="http://schemas.openxmlformats.org/drawingml/2006/main">
            <a:pathLst>
              <a:path w="953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43" name="Block outline 11 687-494">
            <a:extLst xmlns:a="http://schemas.openxmlformats.org/drawingml/2006/main">
              <a:ext uri="{FF2B5EF4-FFF2-40B4-BE49-F238E27FC236}">
                <a16:creationId xmlns:a16="http://schemas.microsoft.com/office/drawing/2014/main" id="{65709D26-F63F-4F33-B610-733C61FB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05350"/>
            <a:ext cx="342900" cy="953"/>
          </a:xfrm>
          <a:custGeom xmlns:a="http://schemas.openxmlformats.org/drawingml/2006/main">
            <a:pathLst>
              <a:path w="342900" h="953">
                <a:moveTo>
                  <a:pt x="3429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44" name="Block outline 11 651-494">
            <a:extLst xmlns:a="http://schemas.openxmlformats.org/drawingml/2006/main">
              <a:ext uri="{FF2B5EF4-FFF2-40B4-BE49-F238E27FC236}">
                <a16:creationId xmlns:a16="http://schemas.microsoft.com/office/drawing/2014/main" id="{6DD55C1D-8808-4716-ACD3-8098B37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33875"/>
            <a:ext cx="953" cy="371475"/>
          </a:xfrm>
          <a:custGeom xmlns:a="http://schemas.openxmlformats.org/drawingml/2006/main">
            <a:pathLst>
              <a:path w="953" h="371475">
                <a:moveTo>
                  <a:pt x="0" y="371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dash"/>
          </a:ln>
        </p:spPr>
      </p:sp>
      <p:sp>
        <p:nvSpPr>
          <p:cNvPr id="145" name="Block sum sigma">
            <a:extLst xmlns:a="http://schemas.openxmlformats.org/drawingml/2006/main">
              <a:ext uri="{FF2B5EF4-FFF2-40B4-BE49-F238E27FC236}">
                <a16:creationId xmlns:a16="http://schemas.microsoft.com/office/drawing/2014/main" id="{DE7A3B75-9EB2-4F92-BFC0-15764E7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4086225"/>
            <a:ext cx="257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146" name="Aggregation arrow segment 1">
            <a:extLst xmlns:a="http://schemas.openxmlformats.org/drawingml/2006/main">
              <a:ext uri="{FF2B5EF4-FFF2-40B4-BE49-F238E27FC236}">
                <a16:creationId xmlns:a16="http://schemas.microsoft.com/office/drawing/2014/main" id="{B8DADA4B-2C45-400E-8B37-25AAC9C6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495800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21212"/>
            </a:solidFill>
            <a:prstDash val="solid"/>
          </a:ln>
        </p:spPr>
      </p:sp>
      <p:sp>
        <p:nvSpPr>
          <p:cNvPr id="147" name="Aggregation arrow arrowhead">
            <a:extLst xmlns:a="http://schemas.openxmlformats.org/drawingml/2006/main">
              <a:ext uri="{FF2B5EF4-FFF2-40B4-BE49-F238E27FC236}">
                <a16:creationId xmlns:a16="http://schemas.microsoft.com/office/drawing/2014/main" id="{E488AC2F-37F9-44C2-878E-C95070D3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459224"/>
            <a:ext cx="76200" cy="73152"/>
          </a:xfrm>
          <a:custGeom xmlns:a="http://schemas.openxmlformats.org/drawingml/2006/main">
            <a:pathLst>
              <a:path w="76200" h="73152">
                <a:moveTo>
                  <a:pt x="76200" y="36576"/>
                </a:move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148" name="Coarse block grid row 1 col 1">
            <a:extLst xmlns:a="http://schemas.openxmlformats.org/drawingml/2006/main">
              <a:ext uri="{FF2B5EF4-FFF2-40B4-BE49-F238E27FC236}">
                <a16:creationId xmlns:a16="http://schemas.microsoft.com/office/drawing/2014/main" id="{0B68BD72-1444-4F69-8114-C04D3C00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219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49" name="Coarse block grid row 1 col 2">
            <a:extLst xmlns:a="http://schemas.openxmlformats.org/drawingml/2006/main">
              <a:ext uri="{FF2B5EF4-FFF2-40B4-BE49-F238E27FC236}">
                <a16:creationId xmlns:a16="http://schemas.microsoft.com/office/drawing/2014/main" id="{E8888905-EDB8-493D-B18A-E99345C9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114800"/>
            <a:ext cx="219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0" name="Coarse block grid row 2 col 1">
            <a:extLst xmlns:a="http://schemas.openxmlformats.org/drawingml/2006/main">
              <a:ext uri="{FF2B5EF4-FFF2-40B4-BE49-F238E27FC236}">
                <a16:creationId xmlns:a16="http://schemas.microsoft.com/office/drawing/2014/main" id="{0641E6AF-0544-42A2-8BBF-4DB922C6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62450"/>
            <a:ext cx="219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1" name="Coarse block grid row 2 col 2">
            <a:extLst xmlns:a="http://schemas.openxmlformats.org/drawingml/2006/main">
              <a:ext uri="{FF2B5EF4-FFF2-40B4-BE49-F238E27FC236}">
                <a16:creationId xmlns:a16="http://schemas.microsoft.com/office/drawing/2014/main" id="{8097C3E0-559F-4861-8DAF-23E10AE8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362450"/>
            <a:ext cx="2190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2" name="Initial score heatmap row 1 col 1">
            <a:extLst xmlns:a="http://schemas.openxmlformats.org/drawingml/2006/main">
              <a:ext uri="{FF2B5EF4-FFF2-40B4-BE49-F238E27FC236}">
                <a16:creationId xmlns:a16="http://schemas.microsoft.com/office/drawing/2014/main" id="{E24B9A60-B27B-4155-A421-D5C47DCE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0997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3" name="Initial score heatmap row 1 col 2">
            <a:extLst xmlns:a="http://schemas.openxmlformats.org/drawingml/2006/main">
              <a:ext uri="{FF2B5EF4-FFF2-40B4-BE49-F238E27FC236}">
                <a16:creationId xmlns:a16="http://schemas.microsoft.com/office/drawing/2014/main" id="{E134AD14-D61E-48A6-BB4C-E8F6AFA5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0997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4" name="Initial score heatmap row 1 col 3">
            <a:extLst xmlns:a="http://schemas.openxmlformats.org/drawingml/2006/main">
              <a:ext uri="{FF2B5EF4-FFF2-40B4-BE49-F238E27FC236}">
                <a16:creationId xmlns:a16="http://schemas.microsoft.com/office/drawing/2014/main" id="{20FD2B5C-D4D7-472E-9C41-6AA515E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0997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5" name="Initial score heatmap row 1 col 4">
            <a:extLst xmlns:a="http://schemas.openxmlformats.org/drawingml/2006/main">
              <a:ext uri="{FF2B5EF4-FFF2-40B4-BE49-F238E27FC236}">
                <a16:creationId xmlns:a16="http://schemas.microsoft.com/office/drawing/2014/main" id="{490D25E8-A974-44DC-BD6E-70561688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0997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6" name="Initial score heatmap row 1 col 5">
            <a:extLst xmlns:a="http://schemas.openxmlformats.org/drawingml/2006/main">
              <a:ext uri="{FF2B5EF4-FFF2-40B4-BE49-F238E27FC236}">
                <a16:creationId xmlns:a16="http://schemas.microsoft.com/office/drawing/2014/main" id="{72E5754F-74AC-4F73-87FF-201EA4CD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60997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7" name="Initial score heatmap row 1 col 6">
            <a:extLst xmlns:a="http://schemas.openxmlformats.org/drawingml/2006/main">
              <a:ext uri="{FF2B5EF4-FFF2-40B4-BE49-F238E27FC236}">
                <a16:creationId xmlns:a16="http://schemas.microsoft.com/office/drawing/2014/main" id="{1BA8E045-347F-4271-B35E-DB769936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0997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8" name="Initial score heatmap row 2 col 1">
            <a:extLst xmlns:a="http://schemas.openxmlformats.org/drawingml/2006/main">
              <a:ext uri="{FF2B5EF4-FFF2-40B4-BE49-F238E27FC236}">
                <a16:creationId xmlns:a16="http://schemas.microsoft.com/office/drawing/2014/main" id="{10FEC9B8-6F30-4937-8E27-1CC83B43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84333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59" name="Initial score heatmap row 2 col 2">
            <a:extLst xmlns:a="http://schemas.openxmlformats.org/drawingml/2006/main">
              <a:ext uri="{FF2B5EF4-FFF2-40B4-BE49-F238E27FC236}">
                <a16:creationId xmlns:a16="http://schemas.microsoft.com/office/drawing/2014/main" id="{2C4F78DB-1109-4BDE-83F7-EDC2B9EB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84333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0" name="Initial score heatmap row 2 col 3">
            <a:extLst xmlns:a="http://schemas.openxmlformats.org/drawingml/2006/main">
              <a:ext uri="{FF2B5EF4-FFF2-40B4-BE49-F238E27FC236}">
                <a16:creationId xmlns:a16="http://schemas.microsoft.com/office/drawing/2014/main" id="{66CA0992-A474-420D-896A-8455EE1D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4333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1" name="Initial score heatmap row 2 col 4">
            <a:extLst xmlns:a="http://schemas.openxmlformats.org/drawingml/2006/main">
              <a:ext uri="{FF2B5EF4-FFF2-40B4-BE49-F238E27FC236}">
                <a16:creationId xmlns:a16="http://schemas.microsoft.com/office/drawing/2014/main" id="{4FEE12F8-287C-40BF-AECB-A309972D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84333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2" name="Initial score heatmap row 2 col 5">
            <a:extLst xmlns:a="http://schemas.openxmlformats.org/drawingml/2006/main">
              <a:ext uri="{FF2B5EF4-FFF2-40B4-BE49-F238E27FC236}">
                <a16:creationId xmlns:a16="http://schemas.microsoft.com/office/drawing/2014/main" id="{43086BA2-7AF4-4EB1-8A7C-745852B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4333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3" name="Initial score heatmap row 2 col 6">
            <a:extLst xmlns:a="http://schemas.openxmlformats.org/drawingml/2006/main">
              <a:ext uri="{FF2B5EF4-FFF2-40B4-BE49-F238E27FC236}">
                <a16:creationId xmlns:a16="http://schemas.microsoft.com/office/drawing/2014/main" id="{9EED0B5E-61F8-4C9B-9B44-6F63274E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4333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4" name="Initial score heatmap row 3 col 1">
            <a:extLst xmlns:a="http://schemas.openxmlformats.org/drawingml/2006/main">
              <a:ext uri="{FF2B5EF4-FFF2-40B4-BE49-F238E27FC236}">
                <a16:creationId xmlns:a16="http://schemas.microsoft.com/office/drawing/2014/main" id="{C0596B36-D1B0-4208-9633-8B13B5AA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76700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5" name="Initial score heatmap row 3 col 2">
            <a:extLst xmlns:a="http://schemas.openxmlformats.org/drawingml/2006/main">
              <a:ext uri="{FF2B5EF4-FFF2-40B4-BE49-F238E27FC236}">
                <a16:creationId xmlns:a16="http://schemas.microsoft.com/office/drawing/2014/main" id="{7CC57C0F-3AF7-41A6-9CA6-F70CB757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76700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6" name="Initial score heatmap row 3 col 3">
            <a:extLst xmlns:a="http://schemas.openxmlformats.org/drawingml/2006/main">
              <a:ext uri="{FF2B5EF4-FFF2-40B4-BE49-F238E27FC236}">
                <a16:creationId xmlns:a16="http://schemas.microsoft.com/office/drawing/2014/main" id="{906FAA88-75D6-4CCC-9F49-3492BCC9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76700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7" name="Initial score heatmap row 3 col 4">
            <a:extLst xmlns:a="http://schemas.openxmlformats.org/drawingml/2006/main">
              <a:ext uri="{FF2B5EF4-FFF2-40B4-BE49-F238E27FC236}">
                <a16:creationId xmlns:a16="http://schemas.microsoft.com/office/drawing/2014/main" id="{27FA510C-6E82-4E89-8E65-CC115475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76700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8" name="Initial score heatmap row 3 col 5">
            <a:extLst xmlns:a="http://schemas.openxmlformats.org/drawingml/2006/main">
              <a:ext uri="{FF2B5EF4-FFF2-40B4-BE49-F238E27FC236}">
                <a16:creationId xmlns:a16="http://schemas.microsoft.com/office/drawing/2014/main" id="{5BBBA626-396A-4E15-94E1-AD688FA8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76700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69" name="Initial score heatmap row 3 col 6">
            <a:extLst xmlns:a="http://schemas.openxmlformats.org/drawingml/2006/main">
              <a:ext uri="{FF2B5EF4-FFF2-40B4-BE49-F238E27FC236}">
                <a16:creationId xmlns:a16="http://schemas.microsoft.com/office/drawing/2014/main" id="{D721A39F-C4D6-4CB0-A956-5E8A6F8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076700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0" name="Initial score heatmap row 4 col 1">
            <a:extLst xmlns:a="http://schemas.openxmlformats.org/drawingml/2006/main">
              <a:ext uri="{FF2B5EF4-FFF2-40B4-BE49-F238E27FC236}">
                <a16:creationId xmlns:a16="http://schemas.microsoft.com/office/drawing/2014/main" id="{CA54B2EF-041F-4586-BA35-77538B34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310063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1" name="Initial score heatmap row 4 col 2">
            <a:extLst xmlns:a="http://schemas.openxmlformats.org/drawingml/2006/main">
              <a:ext uri="{FF2B5EF4-FFF2-40B4-BE49-F238E27FC236}">
                <a16:creationId xmlns:a16="http://schemas.microsoft.com/office/drawing/2014/main" id="{0BB37B38-ECB2-4C50-A53E-37EE67BE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310063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2" name="Initial score heatmap row 4 col 3">
            <a:extLst xmlns:a="http://schemas.openxmlformats.org/drawingml/2006/main">
              <a:ext uri="{FF2B5EF4-FFF2-40B4-BE49-F238E27FC236}">
                <a16:creationId xmlns:a16="http://schemas.microsoft.com/office/drawing/2014/main" id="{90D322CF-5E12-4F27-AE20-57ED61F6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10063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3" name="Initial score heatmap row 4 col 4">
            <a:extLst xmlns:a="http://schemas.openxmlformats.org/drawingml/2006/main">
              <a:ext uri="{FF2B5EF4-FFF2-40B4-BE49-F238E27FC236}">
                <a16:creationId xmlns:a16="http://schemas.microsoft.com/office/drawing/2014/main" id="{7E2BAAEF-69D6-4C49-BDF2-2A7B21BA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310063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4" name="Initial score heatmap row 4 col 5">
            <a:extLst xmlns:a="http://schemas.openxmlformats.org/drawingml/2006/main">
              <a:ext uri="{FF2B5EF4-FFF2-40B4-BE49-F238E27FC236}">
                <a16:creationId xmlns:a16="http://schemas.microsoft.com/office/drawing/2014/main" id="{98A24116-A379-47F5-8D42-E7AC1BEC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10063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5" name="Initial score heatmap row 4 col 6">
            <a:extLst xmlns:a="http://schemas.openxmlformats.org/drawingml/2006/main">
              <a:ext uri="{FF2B5EF4-FFF2-40B4-BE49-F238E27FC236}">
                <a16:creationId xmlns:a16="http://schemas.microsoft.com/office/drawing/2014/main" id="{7CB11753-5F46-47FE-8D56-01BF3C83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310063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6" name="Initial score heatmap row 5 col 1">
            <a:extLst xmlns:a="http://schemas.openxmlformats.org/drawingml/2006/main">
              <a:ext uri="{FF2B5EF4-FFF2-40B4-BE49-F238E27FC236}">
                <a16:creationId xmlns:a16="http://schemas.microsoft.com/office/drawing/2014/main" id="{52A80EA0-3615-45AB-A452-D79BB498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54342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7" name="Initial score heatmap row 5 col 2">
            <a:extLst xmlns:a="http://schemas.openxmlformats.org/drawingml/2006/main">
              <a:ext uri="{FF2B5EF4-FFF2-40B4-BE49-F238E27FC236}">
                <a16:creationId xmlns:a16="http://schemas.microsoft.com/office/drawing/2014/main" id="{F5D2E311-C7E7-406F-BF58-F60499F5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54342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8" name="Initial score heatmap row 5 col 3">
            <a:extLst xmlns:a="http://schemas.openxmlformats.org/drawingml/2006/main">
              <a:ext uri="{FF2B5EF4-FFF2-40B4-BE49-F238E27FC236}">
                <a16:creationId xmlns:a16="http://schemas.microsoft.com/office/drawing/2014/main" id="{E9C680CF-68E9-4E75-9A40-0DE1969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54342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79" name="Initial score heatmap row 5 col 4">
            <a:extLst xmlns:a="http://schemas.openxmlformats.org/drawingml/2006/main">
              <a:ext uri="{FF2B5EF4-FFF2-40B4-BE49-F238E27FC236}">
                <a16:creationId xmlns:a16="http://schemas.microsoft.com/office/drawing/2014/main" id="{BBCFB27F-CE7B-4A85-AB3D-B594FE9C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4342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0" name="Initial score heatmap row 5 col 5">
            <a:extLst xmlns:a="http://schemas.openxmlformats.org/drawingml/2006/main">
              <a:ext uri="{FF2B5EF4-FFF2-40B4-BE49-F238E27FC236}">
                <a16:creationId xmlns:a16="http://schemas.microsoft.com/office/drawing/2014/main" id="{F5AABF34-41BA-4B8B-9139-43F97972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4342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1" name="Initial score heatmap row 5 col 6">
            <a:extLst xmlns:a="http://schemas.openxmlformats.org/drawingml/2006/main">
              <a:ext uri="{FF2B5EF4-FFF2-40B4-BE49-F238E27FC236}">
                <a16:creationId xmlns:a16="http://schemas.microsoft.com/office/drawing/2014/main" id="{C0D92BB2-0A0D-40A1-BF75-4A2A76E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43425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2" name="Initial score heatmap row 6 col 1">
            <a:extLst xmlns:a="http://schemas.openxmlformats.org/drawingml/2006/main">
              <a:ext uri="{FF2B5EF4-FFF2-40B4-BE49-F238E27FC236}">
                <a16:creationId xmlns:a16="http://schemas.microsoft.com/office/drawing/2014/main" id="{FCBD1760-264E-44A0-BF57-2E89BE72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77678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3" name="Initial score heatmap row 6 col 2">
            <a:extLst xmlns:a="http://schemas.openxmlformats.org/drawingml/2006/main">
              <a:ext uri="{FF2B5EF4-FFF2-40B4-BE49-F238E27FC236}">
                <a16:creationId xmlns:a16="http://schemas.microsoft.com/office/drawing/2014/main" id="{5D0666A0-3010-4F82-8E16-28FBF6C4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77678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4" name="Initial score heatmap row 6 col 3">
            <a:extLst xmlns:a="http://schemas.openxmlformats.org/drawingml/2006/main">
              <a:ext uri="{FF2B5EF4-FFF2-40B4-BE49-F238E27FC236}">
                <a16:creationId xmlns:a16="http://schemas.microsoft.com/office/drawing/2014/main" id="{3BEE220C-1217-4361-AF3B-22AECFDB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77678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5" name="Initial score heatmap row 6 col 4">
            <a:extLst xmlns:a="http://schemas.openxmlformats.org/drawingml/2006/main">
              <a:ext uri="{FF2B5EF4-FFF2-40B4-BE49-F238E27FC236}">
                <a16:creationId xmlns:a16="http://schemas.microsoft.com/office/drawing/2014/main" id="{8CB20E83-7990-4A47-B657-D3A6CE59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77678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6" name="Initial score heatmap row 6 col 5">
            <a:extLst xmlns:a="http://schemas.openxmlformats.org/drawingml/2006/main">
              <a:ext uri="{FF2B5EF4-FFF2-40B4-BE49-F238E27FC236}">
                <a16:creationId xmlns:a16="http://schemas.microsoft.com/office/drawing/2014/main" id="{ECFE4AB6-08F7-4624-B7CB-A3B34F1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7678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7" name="Initial score heatmap row 6 col 6">
            <a:extLst xmlns:a="http://schemas.openxmlformats.org/drawingml/2006/main">
              <a:ext uri="{FF2B5EF4-FFF2-40B4-BE49-F238E27FC236}">
                <a16:creationId xmlns:a16="http://schemas.microsoft.com/office/drawing/2014/main" id="{367D1FFB-DE21-4233-88F7-46B57E75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76788"/>
            <a:ext cx="2286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88" name="Initial score heatmap diagonal">
            <a:extLst xmlns:a="http://schemas.openxmlformats.org/drawingml/2006/main">
              <a:ext uri="{FF2B5EF4-FFF2-40B4-BE49-F238E27FC236}">
                <a16:creationId xmlns:a16="http://schemas.microsoft.com/office/drawing/2014/main" id="{E5240184-0D5C-434F-9ED0-5D9A6E90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09975"/>
            <a:ext cx="1371600" cy="1400175"/>
          </a:xfrm>
          <a:custGeom xmlns:a="http://schemas.openxmlformats.org/drawingml/2006/main">
            <a:pathLst>
              <a:path w="1371600" h="1400175">
                <a:moveTo>
                  <a:pt x="0" y="0"/>
                </a:moveTo>
                <a:lnTo>
                  <a:pt x="137160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121212"/>
            </a:solidFill>
            <a:prstDash val="solid"/>
          </a:ln>
        </p:spPr>
      </p:sp>
      <p:sp>
        <p:nvSpPr>
          <p:cNvPr id="189" name="Initial Score Map caption">
            <a:extLst xmlns:a="http://schemas.openxmlformats.org/drawingml/2006/main">
              <a:ext uri="{FF2B5EF4-FFF2-40B4-BE49-F238E27FC236}">
                <a16:creationId xmlns:a16="http://schemas.microsoft.com/office/drawing/2014/main" id="{859780BC-2CA2-4115-B704-BB2B3C32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5133975"/>
            <a:ext cx="169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Initial Score Map</a:t>
            </a:r>
          </a:p>
        </p:txBody>
      </p:sp>
      <p:sp>
        <p:nvSpPr>
          <p:cNvPr id="190" name="Convolution">
            <a:extLst xmlns:a="http://schemas.openxmlformats.org/drawingml/2006/main">
              <a:ext uri="{FF2B5EF4-FFF2-40B4-BE49-F238E27FC236}">
                <a16:creationId xmlns:a16="http://schemas.microsoft.com/office/drawing/2014/main" id="{96B83FEB-4E58-4BBB-8401-FB0B9659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62400"/>
            <a:ext cx="13525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7C49F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191" name="Convolution label">
            <a:extLst xmlns:a="http://schemas.openxmlformats.org/drawingml/2006/main">
              <a:ext uri="{FF2B5EF4-FFF2-40B4-BE49-F238E27FC236}">
                <a16:creationId xmlns:a16="http://schemas.microsoft.com/office/drawing/2014/main" id="{1EA94109-38EC-43E1-863E-E6F47006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3981450"/>
            <a:ext cx="1276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7 × 7 Conv</a:t>
            </a:r>
          </a:p>
        </p:txBody>
      </p:sp>
      <p:sp>
        <p:nvSpPr>
          <p:cNvPr id="192" name="Refined score heatmap row 1 col 1">
            <a:extLst xmlns:a="http://schemas.openxmlformats.org/drawingml/2006/main">
              <a:ext uri="{FF2B5EF4-FFF2-40B4-BE49-F238E27FC236}">
                <a16:creationId xmlns:a16="http://schemas.microsoft.com/office/drawing/2014/main" id="{0225EBD0-9685-4945-9B0F-6DC3888F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60997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3" name="Refined score heatmap row 1 col 2">
            <a:extLst xmlns:a="http://schemas.openxmlformats.org/drawingml/2006/main">
              <a:ext uri="{FF2B5EF4-FFF2-40B4-BE49-F238E27FC236}">
                <a16:creationId xmlns:a16="http://schemas.microsoft.com/office/drawing/2014/main" id="{4CE9154B-64D5-4394-A54D-05B926A9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450" y="360997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4" name="Refined score heatmap row 1 col 3">
            <a:extLst xmlns:a="http://schemas.openxmlformats.org/drawingml/2006/main">
              <a:ext uri="{FF2B5EF4-FFF2-40B4-BE49-F238E27FC236}">
                <a16:creationId xmlns:a16="http://schemas.microsoft.com/office/drawing/2014/main" id="{DBD8DEAE-31C3-4D4D-B4D2-41529FC4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360997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5" name="Refined score heatmap row 1 col 4">
            <a:extLst xmlns:a="http://schemas.openxmlformats.org/drawingml/2006/main">
              <a:ext uri="{FF2B5EF4-FFF2-40B4-BE49-F238E27FC236}">
                <a16:creationId xmlns:a16="http://schemas.microsoft.com/office/drawing/2014/main" id="{66B6A500-F791-4E52-A0D9-C92ABF7D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60997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6" name="Refined score heatmap row 1 col 5">
            <a:extLst xmlns:a="http://schemas.openxmlformats.org/drawingml/2006/main">
              <a:ext uri="{FF2B5EF4-FFF2-40B4-BE49-F238E27FC236}">
                <a16:creationId xmlns:a16="http://schemas.microsoft.com/office/drawing/2014/main" id="{C004C0E9-03E8-4952-A142-0026562D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150" y="360997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7" name="Refined score heatmap row 1 col 6">
            <a:extLst xmlns:a="http://schemas.openxmlformats.org/drawingml/2006/main">
              <a:ext uri="{FF2B5EF4-FFF2-40B4-BE49-F238E27FC236}">
                <a16:creationId xmlns:a16="http://schemas.microsoft.com/office/drawing/2014/main" id="{D1D7E940-020D-4B39-8A0F-B67E832F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050" y="360997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8" name="Refined score heatmap row 2 col 1">
            <a:extLst xmlns:a="http://schemas.openxmlformats.org/drawingml/2006/main">
              <a:ext uri="{FF2B5EF4-FFF2-40B4-BE49-F238E27FC236}">
                <a16:creationId xmlns:a16="http://schemas.microsoft.com/office/drawing/2014/main" id="{B8125D56-A420-4BDC-9F13-499B407A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84333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199" name="Refined score heatmap row 2 col 2">
            <a:extLst xmlns:a="http://schemas.openxmlformats.org/drawingml/2006/main">
              <a:ext uri="{FF2B5EF4-FFF2-40B4-BE49-F238E27FC236}">
                <a16:creationId xmlns:a16="http://schemas.microsoft.com/office/drawing/2014/main" id="{252EEABE-AAF8-4951-9D1F-CECCDA40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450" y="384333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0" name="Refined score heatmap row 2 col 3">
            <a:extLst xmlns:a="http://schemas.openxmlformats.org/drawingml/2006/main">
              <a:ext uri="{FF2B5EF4-FFF2-40B4-BE49-F238E27FC236}">
                <a16:creationId xmlns:a16="http://schemas.microsoft.com/office/drawing/2014/main" id="{91CDDF21-672D-4AC2-AD5B-7CDB36BE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384333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1" name="Refined score heatmap row 2 col 4">
            <a:extLst xmlns:a="http://schemas.openxmlformats.org/drawingml/2006/main">
              <a:ext uri="{FF2B5EF4-FFF2-40B4-BE49-F238E27FC236}">
                <a16:creationId xmlns:a16="http://schemas.microsoft.com/office/drawing/2014/main" id="{7C45112C-4792-4D16-A199-03D4174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84333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2" name="Refined score heatmap row 2 col 5">
            <a:extLst xmlns:a="http://schemas.openxmlformats.org/drawingml/2006/main">
              <a:ext uri="{FF2B5EF4-FFF2-40B4-BE49-F238E27FC236}">
                <a16:creationId xmlns:a16="http://schemas.microsoft.com/office/drawing/2014/main" id="{5F2B8010-2023-456E-A926-BB300767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150" y="384333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3" name="Refined score heatmap row 2 col 6">
            <a:extLst xmlns:a="http://schemas.openxmlformats.org/drawingml/2006/main">
              <a:ext uri="{FF2B5EF4-FFF2-40B4-BE49-F238E27FC236}">
                <a16:creationId xmlns:a16="http://schemas.microsoft.com/office/drawing/2014/main" id="{61FF8BF8-0BFA-4887-8D6F-74873346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050" y="384333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4" name="Refined score heatmap row 3 col 1">
            <a:extLst xmlns:a="http://schemas.openxmlformats.org/drawingml/2006/main">
              <a:ext uri="{FF2B5EF4-FFF2-40B4-BE49-F238E27FC236}">
                <a16:creationId xmlns:a16="http://schemas.microsoft.com/office/drawing/2014/main" id="{7106F502-D071-4B67-9A8B-5489F40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076700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5" name="Refined score heatmap row 3 col 2">
            <a:extLst xmlns:a="http://schemas.openxmlformats.org/drawingml/2006/main">
              <a:ext uri="{FF2B5EF4-FFF2-40B4-BE49-F238E27FC236}">
                <a16:creationId xmlns:a16="http://schemas.microsoft.com/office/drawing/2014/main" id="{2B973056-52EA-4AAF-AD21-2535AE06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450" y="4076700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6" name="Refined score heatmap row 3 col 3">
            <a:extLst xmlns:a="http://schemas.openxmlformats.org/drawingml/2006/main">
              <a:ext uri="{FF2B5EF4-FFF2-40B4-BE49-F238E27FC236}">
                <a16:creationId xmlns:a16="http://schemas.microsoft.com/office/drawing/2014/main" id="{3036D3FE-8EBF-459F-898C-AFA11006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4076700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7" name="Refined score heatmap row 3 col 4">
            <a:extLst xmlns:a="http://schemas.openxmlformats.org/drawingml/2006/main">
              <a:ext uri="{FF2B5EF4-FFF2-40B4-BE49-F238E27FC236}">
                <a16:creationId xmlns:a16="http://schemas.microsoft.com/office/drawing/2014/main" id="{439477A4-C998-4640-9F38-59F37697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76700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8" name="Refined score heatmap row 3 col 5">
            <a:extLst xmlns:a="http://schemas.openxmlformats.org/drawingml/2006/main">
              <a:ext uri="{FF2B5EF4-FFF2-40B4-BE49-F238E27FC236}">
                <a16:creationId xmlns:a16="http://schemas.microsoft.com/office/drawing/2014/main" id="{AEACDCF9-9489-4C87-AC93-63935E05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150" y="4076700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09" name="Refined score heatmap row 3 col 6">
            <a:extLst xmlns:a="http://schemas.openxmlformats.org/drawingml/2006/main">
              <a:ext uri="{FF2B5EF4-FFF2-40B4-BE49-F238E27FC236}">
                <a16:creationId xmlns:a16="http://schemas.microsoft.com/office/drawing/2014/main" id="{C2CE7916-D7DF-4645-A49D-D0BAB77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050" y="4076700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0" name="Refined score heatmap row 4 col 1">
            <a:extLst xmlns:a="http://schemas.openxmlformats.org/drawingml/2006/main">
              <a:ext uri="{FF2B5EF4-FFF2-40B4-BE49-F238E27FC236}">
                <a16:creationId xmlns:a16="http://schemas.microsoft.com/office/drawing/2014/main" id="{2A474D93-5E92-4FC8-9333-7A0380A1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310063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1" name="Refined score heatmap row 4 col 2">
            <a:extLst xmlns:a="http://schemas.openxmlformats.org/drawingml/2006/main">
              <a:ext uri="{FF2B5EF4-FFF2-40B4-BE49-F238E27FC236}">
                <a16:creationId xmlns:a16="http://schemas.microsoft.com/office/drawing/2014/main" id="{B071256C-24AE-44E8-BCB6-4DB499B9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450" y="4310063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2" name="Refined score heatmap row 4 col 3">
            <a:extLst xmlns:a="http://schemas.openxmlformats.org/drawingml/2006/main">
              <a:ext uri="{FF2B5EF4-FFF2-40B4-BE49-F238E27FC236}">
                <a16:creationId xmlns:a16="http://schemas.microsoft.com/office/drawing/2014/main" id="{BDCB3B24-DA7C-4405-A563-4093178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4310063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3" name="Refined score heatmap row 4 col 4">
            <a:extLst xmlns:a="http://schemas.openxmlformats.org/drawingml/2006/main">
              <a:ext uri="{FF2B5EF4-FFF2-40B4-BE49-F238E27FC236}">
                <a16:creationId xmlns:a16="http://schemas.microsoft.com/office/drawing/2014/main" id="{229F46A9-AD84-43A1-928C-C7362766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310063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75B9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4" name="Refined score heatmap row 4 col 5">
            <a:extLst xmlns:a="http://schemas.openxmlformats.org/drawingml/2006/main">
              <a:ext uri="{FF2B5EF4-FFF2-40B4-BE49-F238E27FC236}">
                <a16:creationId xmlns:a16="http://schemas.microsoft.com/office/drawing/2014/main" id="{5C346FCF-0BA9-4C67-9F8E-A0A66F20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150" y="4310063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5" name="Refined score heatmap row 4 col 6">
            <a:extLst xmlns:a="http://schemas.openxmlformats.org/drawingml/2006/main">
              <a:ext uri="{FF2B5EF4-FFF2-40B4-BE49-F238E27FC236}">
                <a16:creationId xmlns:a16="http://schemas.microsoft.com/office/drawing/2014/main" id="{2AB7005C-BF43-4D01-8FDA-4A089A3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050" y="4310063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6" name="Refined score heatmap row 5 col 1">
            <a:extLst xmlns:a="http://schemas.openxmlformats.org/drawingml/2006/main">
              <a:ext uri="{FF2B5EF4-FFF2-40B4-BE49-F238E27FC236}">
                <a16:creationId xmlns:a16="http://schemas.microsoft.com/office/drawing/2014/main" id="{60ED5887-0313-4955-B9DC-7EF6A5F4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54342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AF7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7" name="Refined score heatmap row 5 col 2">
            <a:extLst xmlns:a="http://schemas.openxmlformats.org/drawingml/2006/main">
              <a:ext uri="{FF2B5EF4-FFF2-40B4-BE49-F238E27FC236}">
                <a16:creationId xmlns:a16="http://schemas.microsoft.com/office/drawing/2014/main" id="{3708A99C-AF55-4B8D-8316-03911EFF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450" y="454342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8" name="Refined score heatmap row 5 col 3">
            <a:extLst xmlns:a="http://schemas.openxmlformats.org/drawingml/2006/main">
              <a:ext uri="{FF2B5EF4-FFF2-40B4-BE49-F238E27FC236}">
                <a16:creationId xmlns:a16="http://schemas.microsoft.com/office/drawing/2014/main" id="{529AB01A-343B-44BC-9B2B-F1243826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454342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19" name="Refined score heatmap row 5 col 4">
            <a:extLst xmlns:a="http://schemas.openxmlformats.org/drawingml/2006/main">
              <a:ext uri="{FF2B5EF4-FFF2-40B4-BE49-F238E27FC236}">
                <a16:creationId xmlns:a16="http://schemas.microsoft.com/office/drawing/2014/main" id="{DD67FB92-01D1-455A-A7A1-CB293962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54342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AFE4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0" name="Refined score heatmap row 5 col 5">
            <a:extLst xmlns:a="http://schemas.openxmlformats.org/drawingml/2006/main">
              <a:ext uri="{FF2B5EF4-FFF2-40B4-BE49-F238E27FC236}">
                <a16:creationId xmlns:a16="http://schemas.microsoft.com/office/drawing/2014/main" id="{58C85BBD-1B2B-49BB-BE01-CFF4A454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150" y="454342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1" name="Refined score heatmap row 5 col 6">
            <a:extLst xmlns:a="http://schemas.openxmlformats.org/drawingml/2006/main">
              <a:ext uri="{FF2B5EF4-FFF2-40B4-BE49-F238E27FC236}">
                <a16:creationId xmlns:a16="http://schemas.microsoft.com/office/drawing/2014/main" id="{EB3013E5-B67B-4999-A715-90DCA4C9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050" y="4543425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2" name="Refined score heatmap row 6 col 1">
            <a:extLst xmlns:a="http://schemas.openxmlformats.org/drawingml/2006/main">
              <a:ext uri="{FF2B5EF4-FFF2-40B4-BE49-F238E27FC236}">
                <a16:creationId xmlns:a16="http://schemas.microsoft.com/office/drawing/2014/main" id="{E8AE150B-3E5D-488E-92BE-08C95588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477678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C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3" name="Refined score heatmap row 6 col 2">
            <a:extLst xmlns:a="http://schemas.openxmlformats.org/drawingml/2006/main">
              <a:ext uri="{FF2B5EF4-FFF2-40B4-BE49-F238E27FC236}">
                <a16:creationId xmlns:a16="http://schemas.microsoft.com/office/drawing/2014/main" id="{F3EB0DE4-5978-430D-AAAE-F365EB76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450" y="477678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4" name="Refined score heatmap row 6 col 3">
            <a:extLst xmlns:a="http://schemas.openxmlformats.org/drawingml/2006/main">
              <a:ext uri="{FF2B5EF4-FFF2-40B4-BE49-F238E27FC236}">
                <a16:creationId xmlns:a16="http://schemas.microsoft.com/office/drawing/2014/main" id="{B3F04B09-D892-4828-A3F8-13E11B74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1350" y="477678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2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5" name="Refined score heatmap row 6 col 4">
            <a:extLst xmlns:a="http://schemas.openxmlformats.org/drawingml/2006/main">
              <a:ext uri="{FF2B5EF4-FFF2-40B4-BE49-F238E27FC236}">
                <a16:creationId xmlns:a16="http://schemas.microsoft.com/office/drawing/2014/main" id="{F0A99478-EFD7-4CEF-B77A-ECE19D61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77678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3EB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6" name="Refined score heatmap row 6 col 5">
            <a:extLst xmlns:a="http://schemas.openxmlformats.org/drawingml/2006/main">
              <a:ext uri="{FF2B5EF4-FFF2-40B4-BE49-F238E27FC236}">
                <a16:creationId xmlns:a16="http://schemas.microsoft.com/office/drawing/2014/main" id="{F926589E-0469-4911-B36F-33494CEC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3150" y="477678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7" name="Refined score heatmap row 6 col 6">
            <a:extLst xmlns:a="http://schemas.openxmlformats.org/drawingml/2006/main">
              <a:ext uri="{FF2B5EF4-FFF2-40B4-BE49-F238E27FC236}">
                <a16:creationId xmlns:a16="http://schemas.microsoft.com/office/drawing/2014/main" id="{4F45E608-DB87-4B97-A633-475E69E1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9050" y="4776788"/>
            <a:ext cx="215900" cy="2333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9D1"/>
          </a:solidFill>
          <a:ln xmlns:a="http://schemas.openxmlformats.org/drawingml/2006/main" w="7620">
            <a:solidFill>
              <a:srgbClr val="121212"/>
            </a:solidFill>
          </a:ln>
        </p:spPr>
      </p:sp>
      <p:sp>
        <p:nvSpPr>
          <p:cNvPr id="228" name="Refined score heatmap diagonal">
            <a:extLst xmlns:a="http://schemas.openxmlformats.org/drawingml/2006/main">
              <a:ext uri="{FF2B5EF4-FFF2-40B4-BE49-F238E27FC236}">
                <a16:creationId xmlns:a16="http://schemas.microsoft.com/office/drawing/2014/main" id="{CB1EAEC7-260A-4F09-8EFF-032E741B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609975"/>
            <a:ext cx="1295400" cy="1400175"/>
          </a:xfrm>
          <a:custGeom xmlns:a="http://schemas.openxmlformats.org/drawingml/2006/main">
            <a:pathLst>
              <a:path w="1295400" h="1400175">
                <a:moveTo>
                  <a:pt x="0" y="0"/>
                </a:moveTo>
                <a:lnTo>
                  <a:pt x="1295400" y="1400175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121212"/>
            </a:solidFill>
            <a:prstDash val="solid"/>
          </a:ln>
        </p:spPr>
      </p:sp>
      <p:sp>
        <p:nvSpPr>
          <p:cNvPr id="229" name="Refined Scores caption">
            <a:extLst xmlns:a="http://schemas.openxmlformats.org/drawingml/2006/main">
              <a:ext uri="{FF2B5EF4-FFF2-40B4-BE49-F238E27FC236}">
                <a16:creationId xmlns:a16="http://schemas.microsoft.com/office/drawing/2014/main" id="{A87473D4-2F34-4395-B41A-9FD5D3D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513397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Refined Scores</a:t>
            </a:r>
          </a:p>
        </p:txBody>
      </p:sp>
      <p:sp>
        <p:nvSpPr>
          <p:cNvPr id="230" name="Top-K">
            <a:extLst xmlns:a="http://schemas.openxmlformats.org/drawingml/2006/main">
              <a:ext uri="{FF2B5EF4-FFF2-40B4-BE49-F238E27FC236}">
                <a16:creationId xmlns:a16="http://schemas.microsoft.com/office/drawing/2014/main" id="{501A12D9-088B-47E9-BCC8-6D66D65D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3962400"/>
            <a:ext cx="981075" cy="86677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231" name="Top-K label">
            <a:extLst xmlns:a="http://schemas.openxmlformats.org/drawingml/2006/main">
              <a:ext uri="{FF2B5EF4-FFF2-40B4-BE49-F238E27FC236}">
                <a16:creationId xmlns:a16="http://schemas.microsoft.com/office/drawing/2014/main" id="{2C697626-8F65-4AAA-855A-59C9778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0225" y="3981450"/>
            <a:ext cx="904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Top-K</a:t>
            </a:r>
          </a:p>
        </p:txBody>
      </p:sp>
      <p:sp>
        <p:nvSpPr>
          <p:cNvPr id="232" name="Processing flow 216 segment 1">
            <a:extLst xmlns:a="http://schemas.openxmlformats.org/drawingml/2006/main">
              <a:ext uri="{FF2B5EF4-FFF2-40B4-BE49-F238E27FC236}">
                <a16:creationId xmlns:a16="http://schemas.microsoft.com/office/drawing/2014/main" id="{72499E4A-170B-498D-B066-92BBDE58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0055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33" name="Processing flow 216 arrowhead">
            <a:extLst xmlns:a="http://schemas.openxmlformats.org/drawingml/2006/main">
              <a:ext uri="{FF2B5EF4-FFF2-40B4-BE49-F238E27FC236}">
                <a16:creationId xmlns:a16="http://schemas.microsoft.com/office/drawing/2014/main" id="{FC369CFC-F9FE-490A-9C60-3EBD2B41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345686"/>
            <a:ext cx="114300" cy="109728"/>
          </a:xfrm>
          <a:custGeom xmlns:a="http://schemas.openxmlformats.org/drawingml/2006/main">
            <a:pathLst>
              <a:path w="114300" h="109728">
                <a:moveTo>
                  <a:pt x="114300" y="54864"/>
                </a:move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34" name="Processing flow 396 segment 1">
            <a:extLst xmlns:a="http://schemas.openxmlformats.org/drawingml/2006/main">
              <a:ext uri="{FF2B5EF4-FFF2-40B4-BE49-F238E27FC236}">
                <a16:creationId xmlns:a16="http://schemas.microsoft.com/office/drawing/2014/main" id="{730BFA64-7DFE-4E6D-9AB9-825E396F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0055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35" name="Processing flow 396 arrowhead">
            <a:extLst xmlns:a="http://schemas.openxmlformats.org/drawingml/2006/main">
              <a:ext uri="{FF2B5EF4-FFF2-40B4-BE49-F238E27FC236}">
                <a16:creationId xmlns:a16="http://schemas.microsoft.com/office/drawing/2014/main" id="{7447DAF1-A4D8-44FA-AAC9-71C29B0E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345686"/>
            <a:ext cx="114300" cy="109728"/>
          </a:xfrm>
          <a:custGeom xmlns:a="http://schemas.openxmlformats.org/drawingml/2006/main">
            <a:pathLst>
              <a:path w="114300" h="109728">
                <a:moveTo>
                  <a:pt x="114300" y="54864"/>
                </a:move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36" name="Processing flow 589 segment 1">
            <a:extLst xmlns:a="http://schemas.openxmlformats.org/drawingml/2006/main">
              <a:ext uri="{FF2B5EF4-FFF2-40B4-BE49-F238E27FC236}">
                <a16:creationId xmlns:a16="http://schemas.microsoft.com/office/drawing/2014/main" id="{BFFA3862-7B6D-42B8-AF38-09F700C2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400550"/>
            <a:ext cx="142875" cy="953"/>
          </a:xfrm>
          <a:custGeom xmlns:a="http://schemas.openxmlformats.org/drawingml/2006/main">
            <a:pathLst>
              <a:path w="142875" h="953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37" name="Processing flow 589 arrowhead">
            <a:extLst xmlns:a="http://schemas.openxmlformats.org/drawingml/2006/main">
              <a:ext uri="{FF2B5EF4-FFF2-40B4-BE49-F238E27FC236}">
                <a16:creationId xmlns:a16="http://schemas.microsoft.com/office/drawing/2014/main" id="{F933DC3F-19AB-4F31-881D-EBFE9002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45686"/>
            <a:ext cx="114300" cy="109728"/>
          </a:xfrm>
          <a:custGeom xmlns:a="http://schemas.openxmlformats.org/drawingml/2006/main">
            <a:pathLst>
              <a:path w="114300" h="109728">
                <a:moveTo>
                  <a:pt x="114300" y="54864"/>
                </a:move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38" name="Processing flow 784 segment 1">
            <a:extLst xmlns:a="http://schemas.openxmlformats.org/drawingml/2006/main">
              <a:ext uri="{FF2B5EF4-FFF2-40B4-BE49-F238E27FC236}">
                <a16:creationId xmlns:a16="http://schemas.microsoft.com/office/drawing/2014/main" id="{4487B913-0474-4714-B0E5-D02FDA57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00550"/>
            <a:ext cx="219075" cy="953"/>
          </a:xfrm>
          <a:custGeom xmlns:a="http://schemas.openxmlformats.org/drawingml/2006/main"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39" name="Processing flow 784 arrowhead">
            <a:extLst xmlns:a="http://schemas.openxmlformats.org/drawingml/2006/main">
              <a:ext uri="{FF2B5EF4-FFF2-40B4-BE49-F238E27FC236}">
                <a16:creationId xmlns:a16="http://schemas.microsoft.com/office/drawing/2014/main" id="{AB72276B-483B-4C6B-9D36-CDC4783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345686"/>
            <a:ext cx="114300" cy="109728"/>
          </a:xfrm>
          <a:custGeom xmlns:a="http://schemas.openxmlformats.org/drawingml/2006/main">
            <a:pathLst>
              <a:path w="114300" h="109728">
                <a:moveTo>
                  <a:pt x="114300" y="54864"/>
                </a:move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40" name="Processing flow 953 segment 1">
            <a:extLst xmlns:a="http://schemas.openxmlformats.org/drawingml/2006/main">
              <a:ext uri="{FF2B5EF4-FFF2-40B4-BE49-F238E27FC236}">
                <a16:creationId xmlns:a16="http://schemas.microsoft.com/office/drawing/2014/main" id="{462A5741-A832-4F37-93E0-0E82D220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400550"/>
            <a:ext cx="361950" cy="953"/>
          </a:xfrm>
          <a:custGeom xmlns:a="http://schemas.openxmlformats.org/drawingml/2006/main">
            <a:pathLst>
              <a:path w="361950" h="953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41" name="Processing flow 953 arrowhead">
            <a:extLst xmlns:a="http://schemas.openxmlformats.org/drawingml/2006/main">
              <a:ext uri="{FF2B5EF4-FFF2-40B4-BE49-F238E27FC236}">
                <a16:creationId xmlns:a16="http://schemas.microsoft.com/office/drawing/2014/main" id="{8DB8F867-8BD2-4FD5-9A0B-C564C7B0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345686"/>
            <a:ext cx="114300" cy="109728"/>
          </a:xfrm>
          <a:custGeom xmlns:a="http://schemas.openxmlformats.org/drawingml/2006/main">
            <a:pathLst>
              <a:path w="114300" h="109728">
                <a:moveTo>
                  <a:pt x="114300" y="54864"/>
                </a:move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42" name="Processing flow 1204 segment 1">
            <a:extLst xmlns:a="http://schemas.openxmlformats.org/drawingml/2006/main">
              <a:ext uri="{FF2B5EF4-FFF2-40B4-BE49-F238E27FC236}">
                <a16:creationId xmlns:a16="http://schemas.microsoft.com/office/drawing/2014/main" id="{57188F55-5DF5-431D-A8B7-1B7881C7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400550"/>
            <a:ext cx="152400" cy="953"/>
          </a:xfrm>
          <a:custGeom xmlns:a="http://schemas.openxmlformats.org/drawingml/2006/main">
            <a:pathLst>
              <a:path w="152400" h="953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43" name="Processing flow 1204 arrowhead">
            <a:extLst xmlns:a="http://schemas.openxmlformats.org/drawingml/2006/main">
              <a:ext uri="{FF2B5EF4-FFF2-40B4-BE49-F238E27FC236}">
                <a16:creationId xmlns:a16="http://schemas.microsoft.com/office/drawing/2014/main" id="{922F3616-9B74-4F97-B830-A2BA1814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345686"/>
            <a:ext cx="114300" cy="109728"/>
          </a:xfrm>
          <a:custGeom xmlns:a="http://schemas.openxmlformats.org/drawingml/2006/main">
            <a:pathLst>
              <a:path w="114300" h="109728">
                <a:moveTo>
                  <a:pt x="114300" y="54864"/>
                </a:move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44" name="Processing flow 1358 segment 1">
            <a:extLst xmlns:a="http://schemas.openxmlformats.org/drawingml/2006/main">
              <a:ext uri="{FF2B5EF4-FFF2-40B4-BE49-F238E27FC236}">
                <a16:creationId xmlns:a16="http://schemas.microsoft.com/office/drawing/2014/main" id="{297474CD-6DBA-448D-8A0B-D737EB6A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400550"/>
            <a:ext cx="238125" cy="953"/>
          </a:xfrm>
          <a:custGeom xmlns:a="http://schemas.openxmlformats.org/drawingml/2006/main"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45" name="Processing flow 1358 arrowhead">
            <a:extLst xmlns:a="http://schemas.openxmlformats.org/drawingml/2006/main">
              <a:ext uri="{FF2B5EF4-FFF2-40B4-BE49-F238E27FC236}">
                <a16:creationId xmlns:a16="http://schemas.microsoft.com/office/drawing/2014/main" id="{25258429-BEE0-4F8B-817C-B46F6EFD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4345686"/>
            <a:ext cx="114300" cy="109728"/>
          </a:xfrm>
          <a:custGeom xmlns:a="http://schemas.openxmlformats.org/drawingml/2006/main">
            <a:pathLst>
              <a:path w="114300" h="109728">
                <a:moveTo>
                  <a:pt x="114300" y="54864"/>
                </a:moveTo>
                <a:lnTo>
                  <a:pt x="0" y="109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46" name="Q input">
            <a:extLst xmlns:a="http://schemas.openxmlformats.org/drawingml/2006/main">
              <a:ext uri="{FF2B5EF4-FFF2-40B4-BE49-F238E27FC236}">
                <a16:creationId xmlns:a16="http://schemas.microsoft.com/office/drawing/2014/main" id="{4952C720-0A09-4138-83A8-3356CE93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23950"/>
            <a:ext cx="838200" cy="657225"/>
          </a:xfrm>
          <a:prstGeom xmlns:a="http://schemas.openxmlformats.org/drawingml/2006/main" prst="roundRect">
            <a:avLst>
              <a:gd name="adj" fmla="val 2029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247" name="Q input label">
            <a:extLst xmlns:a="http://schemas.openxmlformats.org/drawingml/2006/main">
              <a:ext uri="{FF2B5EF4-FFF2-40B4-BE49-F238E27FC236}">
                <a16:creationId xmlns:a16="http://schemas.microsoft.com/office/drawing/2014/main" id="{D9DFA55B-9CFA-4A0E-8189-D369A220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1143000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248" name="K input">
            <a:extLst xmlns:a="http://schemas.openxmlformats.org/drawingml/2006/main">
              <a:ext uri="{FF2B5EF4-FFF2-40B4-BE49-F238E27FC236}">
                <a16:creationId xmlns:a16="http://schemas.microsoft.com/office/drawing/2014/main" id="{3A880DE2-C649-4B64-90AC-7B75F43F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019300"/>
            <a:ext cx="8382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249" name="K input label">
            <a:extLst xmlns:a="http://schemas.openxmlformats.org/drawingml/2006/main">
              <a:ext uri="{FF2B5EF4-FFF2-40B4-BE49-F238E27FC236}">
                <a16:creationId xmlns:a16="http://schemas.microsoft.com/office/drawing/2014/main" id="{29019596-6300-4034-AE61-0AA4D246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" y="2038350"/>
            <a:ext cx="76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50" name="RoPE">
            <a:extLst xmlns:a="http://schemas.openxmlformats.org/drawingml/2006/main">
              <a:ext uri="{FF2B5EF4-FFF2-40B4-BE49-F238E27FC236}">
                <a16:creationId xmlns:a16="http://schemas.microsoft.com/office/drawing/2014/main" id="{9C1A14A7-6F68-42E9-91A9-8F806CE3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495425"/>
            <a:ext cx="1419225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C49F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251" name="RoPE label">
            <a:extLst xmlns:a="http://schemas.openxmlformats.org/drawingml/2006/main">
              <a:ext uri="{FF2B5EF4-FFF2-40B4-BE49-F238E27FC236}">
                <a16:creationId xmlns:a16="http://schemas.microsoft.com/office/drawing/2014/main" id="{C4DCF665-3B69-4096-842B-4095E5C4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1514475"/>
            <a:ext cx="1343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RoPE</a:t>
            </a:r>
          </a:p>
        </p:txBody>
      </p:sp>
      <p:sp>
        <p:nvSpPr>
          <p:cNvPr id="252" name="Q to junction">
            <a:extLst xmlns:a="http://schemas.openxmlformats.org/drawingml/2006/main">
              <a:ext uri="{FF2B5EF4-FFF2-40B4-BE49-F238E27FC236}">
                <a16:creationId xmlns:a16="http://schemas.microsoft.com/office/drawing/2014/main" id="{4D377D45-E14F-470C-AEEF-439D3C8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457325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53" name="QK junction">
            <a:extLst xmlns:a="http://schemas.openxmlformats.org/drawingml/2006/main">
              <a:ext uri="{FF2B5EF4-FFF2-40B4-BE49-F238E27FC236}">
                <a16:creationId xmlns:a16="http://schemas.microsoft.com/office/drawing/2014/main" id="{591EF393-4DCF-41B5-8FBA-37D86F5C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457325"/>
            <a:ext cx="953" cy="885825"/>
          </a:xfrm>
          <a:custGeom xmlns:a="http://schemas.openxmlformats.org/drawingml/2006/main">
            <a:pathLst>
              <a:path w="953" h="885825">
                <a:moveTo>
                  <a:pt x="0" y="0"/>
                </a:moveTo>
                <a:lnTo>
                  <a:pt x="0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54" name="K to junction">
            <a:extLst xmlns:a="http://schemas.openxmlformats.org/drawingml/2006/main">
              <a:ext uri="{FF2B5EF4-FFF2-40B4-BE49-F238E27FC236}">
                <a16:creationId xmlns:a16="http://schemas.microsoft.com/office/drawing/2014/main" id="{D0F6CC8A-7B64-4974-833A-32AA9F09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43150"/>
            <a:ext cx="381000" cy="953"/>
          </a:xfrm>
          <a:custGeom xmlns:a="http://schemas.openxmlformats.org/drawingml/2006/main">
            <a:pathLst>
              <a:path w="381000" h="953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55" name="QK into RoPE segment 1">
            <a:extLst xmlns:a="http://schemas.openxmlformats.org/drawingml/2006/main">
              <a:ext uri="{FF2B5EF4-FFF2-40B4-BE49-F238E27FC236}">
                <a16:creationId xmlns:a16="http://schemas.microsoft.com/office/drawing/2014/main" id="{720E2B4D-62DB-4B40-B61D-314DC693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95475"/>
            <a:ext cx="314325" cy="953"/>
          </a:xfrm>
          <a:custGeom xmlns:a="http://schemas.openxmlformats.org/drawingml/2006/main">
            <a:pathLst>
              <a:path w="314325" h="953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56" name="QK into RoPE arrowhead">
            <a:extLst xmlns:a="http://schemas.openxmlformats.org/drawingml/2006/main">
              <a:ext uri="{FF2B5EF4-FFF2-40B4-BE49-F238E27FC236}">
                <a16:creationId xmlns:a16="http://schemas.microsoft.com/office/drawing/2014/main" id="{D895C5AB-D0FB-4AE1-A3AF-618C9284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36039"/>
            <a:ext cx="123825" cy="118872"/>
          </a:xfrm>
          <a:custGeom xmlns:a="http://schemas.openxmlformats.org/drawingml/2006/main">
            <a:pathLst>
              <a:path w="123825" h="118872">
                <a:moveTo>
                  <a:pt x="123825" y="59436"/>
                </a:moveTo>
                <a:lnTo>
                  <a:pt x="0" y="1188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57" name="RoPE to score estimator segment 1">
            <a:extLst xmlns:a="http://schemas.openxmlformats.org/drawingml/2006/main">
              <a:ext uri="{FF2B5EF4-FFF2-40B4-BE49-F238E27FC236}">
                <a16:creationId xmlns:a16="http://schemas.microsoft.com/office/drawing/2014/main" id="{E4801A9D-D460-4674-BFA9-554F4167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76475"/>
            <a:ext cx="953" cy="704850"/>
          </a:xfrm>
          <a:custGeom xmlns:a="http://schemas.openxmlformats.org/drawingml/2006/main">
            <a:pathLst>
              <a:path w="953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58" name="RoPE to score estimator arrowhead">
            <a:extLst xmlns:a="http://schemas.openxmlformats.org/drawingml/2006/main">
              <a:ext uri="{FF2B5EF4-FFF2-40B4-BE49-F238E27FC236}">
                <a16:creationId xmlns:a16="http://schemas.microsoft.com/office/drawing/2014/main" id="{BA7098D7-5FAC-4B41-A1D8-DCD34249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339" y="2857500"/>
            <a:ext cx="118872" cy="123825"/>
          </a:xfrm>
          <a:custGeom xmlns:a="http://schemas.openxmlformats.org/drawingml/2006/main">
            <a:pathLst>
              <a:path w="118872" h="123825">
                <a:moveTo>
                  <a:pt x="59436" y="123825"/>
                </a:moveTo>
                <a:lnTo>
                  <a:pt x="0" y="0"/>
                </a:lnTo>
                <a:lnTo>
                  <a:pt x="118872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59" name="Shared RoPE QK segment 1">
            <a:extLst xmlns:a="http://schemas.openxmlformats.org/drawingml/2006/main">
              <a:ext uri="{FF2B5EF4-FFF2-40B4-BE49-F238E27FC236}">
                <a16:creationId xmlns:a16="http://schemas.microsoft.com/office/drawing/2014/main" id="{86A4A93F-26BB-41EE-AC22-89B2FE2F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895475"/>
            <a:ext cx="12668250" cy="953"/>
          </a:xfrm>
          <a:custGeom xmlns:a="http://schemas.openxmlformats.org/drawingml/2006/main">
            <a:pathLst>
              <a:path w="12668250" h="953">
                <a:moveTo>
                  <a:pt x="0" y="0"/>
                </a:moveTo>
                <a:lnTo>
                  <a:pt x="1266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1212"/>
            </a:solidFill>
            <a:prstDash val="dash"/>
          </a:ln>
        </p:spPr>
      </p:sp>
      <p:sp>
        <p:nvSpPr>
          <p:cNvPr id="260" name="Shared RoPE QK segment 2">
            <a:extLst xmlns:a="http://schemas.openxmlformats.org/drawingml/2006/main">
              <a:ext uri="{FF2B5EF4-FFF2-40B4-BE49-F238E27FC236}">
                <a16:creationId xmlns:a16="http://schemas.microsoft.com/office/drawing/2014/main" id="{9772F13A-51EA-4F10-B5FC-24C8CC2C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1895475"/>
            <a:ext cx="953" cy="2152650"/>
          </a:xfrm>
          <a:custGeom xmlns:a="http://schemas.openxmlformats.org/drawingml/2006/main">
            <a:pathLst>
              <a:path w="953" h="2152650">
                <a:moveTo>
                  <a:pt x="0" y="0"/>
                </a:moveTo>
                <a:lnTo>
                  <a:pt x="0" y="21526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21212"/>
            </a:solidFill>
            <a:prstDash val="dash"/>
          </a:ln>
        </p:spPr>
      </p:sp>
      <p:sp>
        <p:nvSpPr>
          <p:cNvPr id="261" name="Shared RoPE QK arrowhead">
            <a:extLst xmlns:a="http://schemas.openxmlformats.org/drawingml/2006/main">
              <a:ext uri="{FF2B5EF4-FFF2-40B4-BE49-F238E27FC236}">
                <a16:creationId xmlns:a16="http://schemas.microsoft.com/office/drawing/2014/main" id="{F34261B4-8543-4844-80D0-14FD71CD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8917" y="3914775"/>
            <a:ext cx="128016" cy="133350"/>
          </a:xfrm>
          <a:custGeom xmlns:a="http://schemas.openxmlformats.org/drawingml/2006/main">
            <a:pathLst>
              <a:path w="128016" h="133350">
                <a:moveTo>
                  <a:pt x="64008" y="133350"/>
                </a:moveTo>
                <a:lnTo>
                  <a:pt x="0" y="0"/>
                </a:lnTo>
                <a:lnTo>
                  <a:pt x="128016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62" name="Shared branch label">
            <a:extLst xmlns:a="http://schemas.openxmlformats.org/drawingml/2006/main">
              <a:ext uri="{FF2B5EF4-FFF2-40B4-BE49-F238E27FC236}">
                <a16:creationId xmlns:a16="http://schemas.microsoft.com/office/drawing/2014/main" id="{30E888D4-DA64-46E0-9E3C-EB9A2C0C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1400175"/>
            <a:ext cx="413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Full-resolution RoPE Q/K</a:t>
            </a:r>
          </a:p>
        </p:txBody>
      </p:sp>
      <p:sp>
        <p:nvSpPr>
          <p:cNvPr id="263" name="V input">
            <a:extLst xmlns:a="http://schemas.openxmlformats.org/drawingml/2006/main">
              <a:ext uri="{FF2B5EF4-FFF2-40B4-BE49-F238E27FC236}">
                <a16:creationId xmlns:a16="http://schemas.microsoft.com/office/drawing/2014/main" id="{4ABB4CB9-1923-45DB-9A30-D2623175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3050" y="1114425"/>
            <a:ext cx="8191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264" name="V input label">
            <a:extLst xmlns:a="http://schemas.openxmlformats.org/drawingml/2006/main">
              <a:ext uri="{FF2B5EF4-FFF2-40B4-BE49-F238E27FC236}">
                <a16:creationId xmlns:a16="http://schemas.microsoft.com/office/drawing/2014/main" id="{8408CB34-63A9-4371-B6EF-BF07FA6C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21150" y="1133475"/>
            <a:ext cx="742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65" name="V to attention segment 1">
            <a:extLst xmlns:a="http://schemas.openxmlformats.org/drawingml/2006/main">
              <a:ext uri="{FF2B5EF4-FFF2-40B4-BE49-F238E27FC236}">
                <a16:creationId xmlns:a16="http://schemas.microsoft.com/office/drawing/2014/main" id="{6BB060A1-B18C-4452-A8C0-6EFA1390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1762125"/>
            <a:ext cx="953" cy="2286000"/>
          </a:xfrm>
          <a:custGeom xmlns:a="http://schemas.openxmlformats.org/drawingml/2006/main">
            <a:pathLst>
              <a:path w="953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66" name="V to attention arrowhead">
            <a:extLst xmlns:a="http://schemas.openxmlformats.org/drawingml/2006/main">
              <a:ext uri="{FF2B5EF4-FFF2-40B4-BE49-F238E27FC236}">
                <a16:creationId xmlns:a16="http://schemas.microsoft.com/office/drawing/2014/main" id="{AE32396F-E044-475B-950B-4E9FE1CA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3189" y="3924300"/>
            <a:ext cx="118872" cy="123825"/>
          </a:xfrm>
          <a:custGeom xmlns:a="http://schemas.openxmlformats.org/drawingml/2006/main">
            <a:pathLst>
              <a:path w="118872" h="123825">
                <a:moveTo>
                  <a:pt x="59436" y="123825"/>
                </a:moveTo>
                <a:lnTo>
                  <a:pt x="0" y="0"/>
                </a:lnTo>
                <a:lnTo>
                  <a:pt x="118872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67" name="Block Sparse Flash-Attn">
            <a:extLst xmlns:a="http://schemas.openxmlformats.org/drawingml/2006/main">
              <a:ext uri="{FF2B5EF4-FFF2-40B4-BE49-F238E27FC236}">
                <a16:creationId xmlns:a16="http://schemas.microsoft.com/office/drawing/2014/main" id="{ADDC0983-1C67-4221-874B-5B16D8FC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20925" y="4067175"/>
            <a:ext cx="2581275" cy="1457325"/>
          </a:xfrm>
          <a:prstGeom xmlns:a="http://schemas.openxmlformats.org/drawingml/2006/main" prst="roundRect">
            <a:avLst>
              <a:gd name="adj" fmla="val 9150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268" name="Block Sparse Flash-Attn label">
            <a:extLst xmlns:a="http://schemas.openxmlformats.org/drawingml/2006/main">
              <a:ext uri="{FF2B5EF4-FFF2-40B4-BE49-F238E27FC236}">
                <a16:creationId xmlns:a16="http://schemas.microsoft.com/office/drawing/2014/main" id="{55C9E33B-FCB4-4EA0-8B52-53127846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9025" y="4086225"/>
            <a:ext cx="25050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Block Sparse</a:t>
            </a:r>
          </a:p>
          <a:p xmlns:a="http://schemas.openxmlformats.org/drawingml/2006/main">
            <a:pPr algn="ctr">
              <a:defRPr sz="247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Flash-Attn</a:t>
            </a:r>
          </a:p>
        </p:txBody>
      </p:sp>
      <p:sp>
        <p:nvSpPr>
          <p:cNvPr id="269" name="Sparse mask to kernel segment 1">
            <a:extLst xmlns:a="http://schemas.openxmlformats.org/drawingml/2006/main">
              <a:ext uri="{FF2B5EF4-FFF2-40B4-BE49-F238E27FC236}">
                <a16:creationId xmlns:a16="http://schemas.microsoft.com/office/drawing/2014/main" id="{28B71616-CE09-4157-894A-77F5FC8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4400550"/>
            <a:ext cx="371475" cy="953"/>
          </a:xfrm>
          <a:custGeom xmlns:a="http://schemas.openxmlformats.org/drawingml/2006/main">
            <a:pathLst>
              <a:path w="371475" h="953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70" name="Sparse mask to kernel segment 2">
            <a:extLst xmlns:a="http://schemas.openxmlformats.org/drawingml/2006/main">
              <a:ext uri="{FF2B5EF4-FFF2-40B4-BE49-F238E27FC236}">
                <a16:creationId xmlns:a16="http://schemas.microsoft.com/office/drawing/2014/main" id="{DE880F00-855C-4D77-A7B2-35979F0E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4400550"/>
            <a:ext cx="953" cy="400050"/>
          </a:xfrm>
          <a:custGeom xmlns:a="http://schemas.openxmlformats.org/drawingml/2006/main">
            <a:pathLst>
              <a:path w="953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71" name="Sparse mask to kernel segment 3">
            <a:extLst xmlns:a="http://schemas.openxmlformats.org/drawingml/2006/main">
              <a:ext uri="{FF2B5EF4-FFF2-40B4-BE49-F238E27FC236}">
                <a16:creationId xmlns:a16="http://schemas.microsoft.com/office/drawing/2014/main" id="{06FC2578-88E2-4CE5-8E43-A248BA16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4675" y="4800600"/>
            <a:ext cx="457200" cy="953"/>
          </a:xfrm>
          <a:custGeom xmlns:a="http://schemas.openxmlformats.org/drawingml/2006/main">
            <a:pathLst>
              <a:path w="457200" h="953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72" name="Sparse mask to kernel arrowhead">
            <a:extLst xmlns:a="http://schemas.openxmlformats.org/drawingml/2006/main">
              <a:ext uri="{FF2B5EF4-FFF2-40B4-BE49-F238E27FC236}">
                <a16:creationId xmlns:a16="http://schemas.microsoft.com/office/drawing/2014/main" id="{87C06452-4736-4C3B-B737-7BF9594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8525" y="4736592"/>
            <a:ext cx="133350" cy="128016"/>
          </a:xfrm>
          <a:custGeom xmlns:a="http://schemas.openxmlformats.org/drawingml/2006/main">
            <a:pathLst>
              <a:path w="133350" h="128016">
                <a:moveTo>
                  <a:pt x="133350" y="64008"/>
                </a:moveTo>
                <a:lnTo>
                  <a:pt x="0" y="1280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73" name="Sparse index annotation segment 1">
            <a:extLst xmlns:a="http://schemas.openxmlformats.org/drawingml/2006/main">
              <a:ext uri="{FF2B5EF4-FFF2-40B4-BE49-F238E27FC236}">
                <a16:creationId xmlns:a16="http://schemas.microsoft.com/office/drawing/2014/main" id="{9D7686D9-8477-4406-82D3-555820CD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4800600"/>
            <a:ext cx="953" cy="933450"/>
          </a:xfrm>
          <a:custGeom xmlns:a="http://schemas.openxmlformats.org/drawingml/2006/main">
            <a:pathLst>
              <a:path w="953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21212"/>
            </a:solidFill>
            <a:prstDash val="solid"/>
          </a:ln>
        </p:spPr>
      </p:sp>
      <p:sp>
        <p:nvSpPr>
          <p:cNvPr id="274" name="Sparse index annotation arrowhead">
            <a:extLst xmlns:a="http://schemas.openxmlformats.org/drawingml/2006/main">
              <a:ext uri="{FF2B5EF4-FFF2-40B4-BE49-F238E27FC236}">
                <a16:creationId xmlns:a16="http://schemas.microsoft.com/office/drawing/2014/main" id="{F89BB256-E31F-4A8F-8B2F-D96E6094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5833" y="5629275"/>
            <a:ext cx="100584" cy="104775"/>
          </a:xfrm>
          <a:custGeom xmlns:a="http://schemas.openxmlformats.org/drawingml/2006/main">
            <a:pathLst>
              <a:path w="100584" h="104775">
                <a:moveTo>
                  <a:pt x="50292" y="104775"/>
                </a:moveTo>
                <a:lnTo>
                  <a:pt x="0" y="0"/>
                </a:lnTo>
                <a:lnTo>
                  <a:pt x="100584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75" name="Sparse Block Index label">
            <a:extLst xmlns:a="http://schemas.openxmlformats.org/drawingml/2006/main">
              <a:ext uri="{FF2B5EF4-FFF2-40B4-BE49-F238E27FC236}">
                <a16:creationId xmlns:a16="http://schemas.microsoft.com/office/drawing/2014/main" id="{09DD70B2-7AF3-4D6D-A23C-8B1A0AC4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9900" y="57340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Sparse Block Index</a:t>
            </a:r>
          </a:p>
        </p:txBody>
      </p:sp>
      <p:sp>
        <p:nvSpPr>
          <p:cNvPr id="276" name="Attention output flow segment 1">
            <a:extLst xmlns:a="http://schemas.openxmlformats.org/drawingml/2006/main">
              <a:ext uri="{FF2B5EF4-FFF2-40B4-BE49-F238E27FC236}">
                <a16:creationId xmlns:a16="http://schemas.microsoft.com/office/drawing/2014/main" id="{6C6DB0E7-0820-4204-84A7-00803635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54475" y="5524500"/>
            <a:ext cx="953" cy="914400"/>
          </a:xfrm>
          <a:custGeom xmlns:a="http://schemas.openxmlformats.org/drawingml/2006/main">
            <a:pathLst>
              <a:path w="953" h="914400">
                <a:moveTo>
                  <a:pt x="0" y="0"/>
                </a:moveTo>
                <a:lnTo>
                  <a:pt x="0" y="9144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21212"/>
            </a:solidFill>
            <a:prstDash val="solid"/>
          </a:ln>
        </p:spPr>
      </p:sp>
      <p:sp>
        <p:nvSpPr>
          <p:cNvPr id="277" name="Attention output flow arrowhead">
            <a:extLst xmlns:a="http://schemas.openxmlformats.org/drawingml/2006/main">
              <a:ext uri="{FF2B5EF4-FFF2-40B4-BE49-F238E27FC236}">
                <a16:creationId xmlns:a16="http://schemas.microsoft.com/office/drawing/2014/main" id="{9C2C2B8B-BA09-409D-9FBD-815E3105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0467" y="6305550"/>
            <a:ext cx="128016" cy="133350"/>
          </a:xfrm>
          <a:custGeom xmlns:a="http://schemas.openxmlformats.org/drawingml/2006/main">
            <a:pathLst>
              <a:path w="128016" h="133350">
                <a:moveTo>
                  <a:pt x="64008" y="133350"/>
                </a:moveTo>
                <a:lnTo>
                  <a:pt x="0" y="0"/>
                </a:lnTo>
                <a:lnTo>
                  <a:pt x="128016" y="0"/>
                </a:lnTo>
                <a:close/>
              </a:path>
            </a:pathLst>
          </a:custGeom>
          <a:solidFill xmlns:a="http://schemas.openxmlformats.org/drawingml/2006/main">
            <a:srgbClr val="121212"/>
          </a:solidFill>
          <a:ln xmlns:a="http://schemas.openxmlformats.org/drawingml/2006/main" w="0">
            <a:noFill/>
          </a:ln>
        </p:spPr>
      </p:sp>
      <p:sp>
        <p:nvSpPr>
          <p:cNvPr id="278" name="Attention Output">
            <a:extLst xmlns:a="http://schemas.openxmlformats.org/drawingml/2006/main">
              <a:ext uri="{FF2B5EF4-FFF2-40B4-BE49-F238E27FC236}">
                <a16:creationId xmlns:a16="http://schemas.microsoft.com/office/drawing/2014/main" id="{7FA5388A-1CB6-49F1-A517-48FB1AAB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8100" y="6457950"/>
            <a:ext cx="2324100" cy="7334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CECEC"/>
          </a:solidFill>
          <a:ln xmlns:a="http://schemas.openxmlformats.org/drawingml/2006/main" w="23813">
            <a:solidFill>
              <a:srgbClr val="121212"/>
            </a:solidFill>
          </a:ln>
        </p:spPr>
      </p:sp>
      <p:sp>
        <p:nvSpPr>
          <p:cNvPr id="279" name="Attention Output label">
            <a:extLst xmlns:a="http://schemas.openxmlformats.org/drawingml/2006/main">
              <a:ext uri="{FF2B5EF4-FFF2-40B4-BE49-F238E27FC236}">
                <a16:creationId xmlns:a16="http://schemas.microsoft.com/office/drawing/2014/main" id="{895A19B3-9D8E-4D42-A146-50BA08FB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6200" y="6477000"/>
            <a:ext cx="22479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212"/>
                </a:solidFill>
                <a:latin typeface="Arial"/>
                <a:ea typeface="Arial"/>
                <a:cs typeface="Arial"/>
              </a:rPr>
              <a:t>Attention Output</a:t>
            </a:r>
          </a:p>
        </p:txBody>
      </p:sp>
    </p:spTree>
    <p:extLst>
      <p:ext uri="{BB962C8B-B14F-4D97-AF65-F5344CB8AC3E}">
        <p14:creationId xmlns:p14="http://schemas.microsoft.com/office/powerpoint/2010/main" val="425506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2026-09-11T06:33:24.0380000Z</dcterms:created>
  <dcterms:modified xsi:type="dcterms:W3CDTF">2026-09-11T06:33:24.0380000Z</dcterms:modified>
</coreProperties>
</file>